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8"/>
  </p:normalViewPr>
  <p:slideViewPr>
    <p:cSldViewPr snapToGrid="0" snapToObjects="1">
      <p:cViewPr varScale="1">
        <p:scale>
          <a:sx n="80" d="100"/>
          <a:sy n="80" d="100"/>
        </p:scale>
        <p:origin x="1928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0A4713-D77B-4678-96BD-544D93F16D7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DCC2144-AA22-4129-AD6F-13705FA1FB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Built for Today's Digital Landscape</a:t>
          </a:r>
        </a:p>
      </dgm:t>
    </dgm:pt>
    <dgm:pt modelId="{BE5400F4-77D9-448D-99D9-2DF25F6C6EA0}" type="parTrans" cxnId="{9C6A155C-A004-4E40-AF55-53E0FDB7A426}">
      <dgm:prSet/>
      <dgm:spPr/>
      <dgm:t>
        <a:bodyPr/>
        <a:lstStyle/>
        <a:p>
          <a:endParaRPr lang="en-US"/>
        </a:p>
      </dgm:t>
    </dgm:pt>
    <dgm:pt modelId="{57301924-D83E-4877-BBCB-DC48E501417E}" type="sibTrans" cxnId="{9C6A155C-A004-4E40-AF55-53E0FDB7A426}">
      <dgm:prSet/>
      <dgm:spPr/>
      <dgm:t>
        <a:bodyPr/>
        <a:lstStyle/>
        <a:p>
          <a:endParaRPr lang="en-US"/>
        </a:p>
      </dgm:t>
    </dgm:pt>
    <dgm:pt modelId="{93E222A9-02DA-4242-AFC0-6FA368667F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Headful CMS Mode</a:t>
          </a:r>
        </a:p>
      </dgm:t>
    </dgm:pt>
    <dgm:pt modelId="{C1A7C317-A3E1-48C4-95C1-2CCFCFADA1B8}" type="parTrans" cxnId="{A1740754-746E-471F-8A5C-64205DF8E649}">
      <dgm:prSet/>
      <dgm:spPr/>
      <dgm:t>
        <a:bodyPr/>
        <a:lstStyle/>
        <a:p>
          <a:endParaRPr lang="en-US"/>
        </a:p>
      </dgm:t>
    </dgm:pt>
    <dgm:pt modelId="{7AE0D365-8E89-4F98-BDA8-7D323F6F50E1}" type="sibTrans" cxnId="{A1740754-746E-471F-8A5C-64205DF8E649}">
      <dgm:prSet/>
      <dgm:spPr/>
      <dgm:t>
        <a:bodyPr/>
        <a:lstStyle/>
        <a:p>
          <a:endParaRPr lang="en-US"/>
        </a:p>
      </dgm:t>
    </dgm:pt>
    <dgm:pt modelId="{6F648B67-7A83-44D8-BBB8-7BEEBFC3FD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 website management</a:t>
          </a:r>
        </a:p>
        <a:p>
          <a:endParaRPr lang="en-US"/>
        </a:p>
      </dgm:t>
    </dgm:pt>
    <dgm:pt modelId="{317FC377-6397-437A-A582-55DD5D9BE5EF}" type="parTrans" cxnId="{83DB5841-9830-4191-B469-A6565D840CD8}">
      <dgm:prSet/>
      <dgm:spPr/>
      <dgm:t>
        <a:bodyPr/>
        <a:lstStyle/>
        <a:p>
          <a:endParaRPr lang="en-US"/>
        </a:p>
      </dgm:t>
    </dgm:pt>
    <dgm:pt modelId="{FFEE6214-FE2E-4DD5-97B9-6AAEDBBB4439}" type="sibTrans" cxnId="{83DB5841-9830-4191-B469-A6565D840CD8}">
      <dgm:prSet/>
      <dgm:spPr/>
      <dgm:t>
        <a:bodyPr/>
        <a:lstStyle/>
        <a:p>
          <a:endParaRPr lang="en-US"/>
        </a:p>
      </dgm:t>
    </dgm:pt>
    <dgm:pt modelId="{725AEA5C-5195-44E6-9AA0-5E021FC434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 editing interface</a:t>
          </a:r>
        </a:p>
        <a:p>
          <a:endParaRPr lang="en-US"/>
        </a:p>
      </dgm:t>
    </dgm:pt>
    <dgm:pt modelId="{BD67B689-CBEA-42E8-ADB2-A73193FFC7DE}" type="parTrans" cxnId="{B1DAF20F-39E4-4F10-AFB5-D1F481D52D56}">
      <dgm:prSet/>
      <dgm:spPr/>
      <dgm:t>
        <a:bodyPr/>
        <a:lstStyle/>
        <a:p>
          <a:endParaRPr lang="en-US"/>
        </a:p>
      </dgm:t>
    </dgm:pt>
    <dgm:pt modelId="{E5FF19B4-9D87-486D-9C83-B72A365A8091}" type="sibTrans" cxnId="{B1DAF20F-39E4-4F10-AFB5-D1F481D52D56}">
      <dgm:prSet/>
      <dgm:spPr/>
      <dgm:t>
        <a:bodyPr/>
        <a:lstStyle/>
        <a:p>
          <a:endParaRPr lang="en-US"/>
        </a:p>
      </dgm:t>
    </dgm:pt>
    <dgm:pt modelId="{94E997E2-1FC2-49AF-8EE7-3A2D784827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preview</a:t>
          </a:r>
        </a:p>
        <a:p>
          <a:endParaRPr lang="en-US"/>
        </a:p>
      </dgm:t>
    </dgm:pt>
    <dgm:pt modelId="{92DFB9EF-7463-44F1-BA0C-0F0982ED6EF0}" type="parTrans" cxnId="{B1DFEC98-CDEE-40A2-A061-F7BB5D56B25C}">
      <dgm:prSet/>
      <dgm:spPr/>
      <dgm:t>
        <a:bodyPr/>
        <a:lstStyle/>
        <a:p>
          <a:endParaRPr lang="en-US"/>
        </a:p>
      </dgm:t>
    </dgm:pt>
    <dgm:pt modelId="{23F625F7-C615-426A-B163-26983D30CDE3}" type="sibTrans" cxnId="{B1DFEC98-CDEE-40A2-A061-F7BB5D56B25C}">
      <dgm:prSet/>
      <dgm:spPr/>
      <dgm:t>
        <a:bodyPr/>
        <a:lstStyle/>
        <a:p>
          <a:endParaRPr lang="en-US"/>
        </a:p>
      </dgm:t>
    </dgm:pt>
    <dgm:pt modelId="{A7C14895-1B5E-48E1-B0F3-EA3B7BBF69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Perfect for marketing sites, blogs, corporate sites</a:t>
          </a:r>
        </a:p>
      </dgm:t>
    </dgm:pt>
    <dgm:pt modelId="{C3E8CE66-1602-493B-A874-A125B7DD4455}" type="parTrans" cxnId="{19A19893-1C17-4338-B664-7A2FC3139813}">
      <dgm:prSet/>
      <dgm:spPr/>
      <dgm:t>
        <a:bodyPr/>
        <a:lstStyle/>
        <a:p>
          <a:endParaRPr lang="en-US"/>
        </a:p>
      </dgm:t>
    </dgm:pt>
    <dgm:pt modelId="{80B55CBF-8DC8-4244-8752-BACE04DBB6C0}" type="sibTrans" cxnId="{19A19893-1C17-4338-B664-7A2FC3139813}">
      <dgm:prSet/>
      <dgm:spPr/>
      <dgm:t>
        <a:bodyPr/>
        <a:lstStyle/>
        <a:p>
          <a:endParaRPr lang="en-US"/>
        </a:p>
      </dgm:t>
    </dgm:pt>
    <dgm:pt modelId="{2F45C84F-3244-4F3D-80CD-5021F33F07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Headless CMS Mode</a:t>
          </a:r>
        </a:p>
      </dgm:t>
    </dgm:pt>
    <dgm:pt modelId="{AEA04A87-F9C0-4E39-A393-BD848CE3A9F7}" type="parTrans" cxnId="{995B1BC2-FF1E-4760-916E-700A0B81E31E}">
      <dgm:prSet/>
      <dgm:spPr/>
      <dgm:t>
        <a:bodyPr/>
        <a:lstStyle/>
        <a:p>
          <a:endParaRPr lang="en-US"/>
        </a:p>
      </dgm:t>
    </dgm:pt>
    <dgm:pt modelId="{FB1DF82A-E042-4A3E-A676-F17FFF4F4690}" type="sibTrans" cxnId="{995B1BC2-FF1E-4760-916E-700A0B81E31E}">
      <dgm:prSet/>
      <dgm:spPr/>
      <dgm:t>
        <a:bodyPr/>
        <a:lstStyle/>
        <a:p>
          <a:endParaRPr lang="en-US"/>
        </a:p>
      </dgm:t>
    </dgm:pt>
    <dgm:pt modelId="{899ACA75-7AEE-492B-B7B4-6A0832763B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API-first architecture</a:t>
          </a:r>
        </a:p>
        <a:p>
          <a:endParaRPr lang="en-US"/>
        </a:p>
      </dgm:t>
    </dgm:pt>
    <dgm:pt modelId="{3AB9805B-D1FB-4CEA-BAF3-30415D66CE68}" type="parTrans" cxnId="{1E3E757D-A2FE-48EF-AA5C-F2B9825F50CD}">
      <dgm:prSet/>
      <dgm:spPr/>
      <dgm:t>
        <a:bodyPr/>
        <a:lstStyle/>
        <a:p>
          <a:endParaRPr lang="en-US"/>
        </a:p>
      </dgm:t>
    </dgm:pt>
    <dgm:pt modelId="{96AB28B4-58FA-4221-AB27-FEFE1632B1A8}" type="sibTrans" cxnId="{1E3E757D-A2FE-48EF-AA5C-F2B9825F50CD}">
      <dgm:prSet/>
      <dgm:spPr/>
      <dgm:t>
        <a:bodyPr/>
        <a:lstStyle/>
        <a:p>
          <a:endParaRPr lang="en-US"/>
        </a:p>
      </dgm:t>
    </dgm:pt>
    <dgm:pt modelId="{27E04F44-6DA4-4495-8DDC-F145BB637D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Deliver content anywhere - web, mobile, IoT</a:t>
          </a:r>
        </a:p>
        <a:p>
          <a:endParaRPr lang="en-US"/>
        </a:p>
      </dgm:t>
    </dgm:pt>
    <dgm:pt modelId="{93A7FE26-F969-4792-A9BC-C27E49FEF3C1}" type="parTrans" cxnId="{8BAA99E7-A6A3-4135-953C-0C2C3D60636A}">
      <dgm:prSet/>
      <dgm:spPr/>
      <dgm:t>
        <a:bodyPr/>
        <a:lstStyle/>
        <a:p>
          <a:endParaRPr lang="en-US"/>
        </a:p>
      </dgm:t>
    </dgm:pt>
    <dgm:pt modelId="{DA5FC529-C3FC-4BFA-9375-A76BAE3CFDDD}" type="sibTrans" cxnId="{8BAA99E7-A6A3-4135-953C-0C2C3D60636A}">
      <dgm:prSet/>
      <dgm:spPr/>
      <dgm:t>
        <a:bodyPr/>
        <a:lstStyle/>
        <a:p>
          <a:endParaRPr lang="en-US"/>
        </a:p>
      </dgm:t>
    </dgm:pt>
    <dgm:pt modelId="{B07BCA66-23D2-4911-9BE6-607359264E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Framework agnostic (React, Vue, Angular, etc.)</a:t>
          </a:r>
        </a:p>
        <a:p>
          <a:endParaRPr lang="en-US"/>
        </a:p>
      </dgm:t>
    </dgm:pt>
    <dgm:pt modelId="{05E235A3-3D59-489D-A4A4-C99B15C7BF8C}" type="parTrans" cxnId="{C8F59C97-6FD5-49FF-A630-319E84BD7EBB}">
      <dgm:prSet/>
      <dgm:spPr/>
      <dgm:t>
        <a:bodyPr/>
        <a:lstStyle/>
        <a:p>
          <a:endParaRPr lang="en-US"/>
        </a:p>
      </dgm:t>
    </dgm:pt>
    <dgm:pt modelId="{701568EF-D461-4537-BC01-F14A50205882}" type="sibTrans" cxnId="{C8F59C97-6FD5-49FF-A630-319E84BD7EBB}">
      <dgm:prSet/>
      <dgm:spPr/>
      <dgm:t>
        <a:bodyPr/>
        <a:lstStyle/>
        <a:p>
          <a:endParaRPr lang="en-US"/>
        </a:p>
      </dgm:t>
    </dgm:pt>
    <dgm:pt modelId="{E8CC0705-00DC-4092-9798-E04B30B222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Microservices ready</a:t>
          </a:r>
        </a:p>
      </dgm:t>
    </dgm:pt>
    <dgm:pt modelId="{4E6E3DB4-A6EA-4A30-A18B-4EF273A5EDF3}" type="parTrans" cxnId="{64516969-11C1-4D85-8C05-C36BCD8BB4AB}">
      <dgm:prSet/>
      <dgm:spPr/>
      <dgm:t>
        <a:bodyPr/>
        <a:lstStyle/>
        <a:p>
          <a:endParaRPr lang="en-US"/>
        </a:p>
      </dgm:t>
    </dgm:pt>
    <dgm:pt modelId="{15097776-2550-4210-9721-744C897E3C46}" type="sibTrans" cxnId="{64516969-11C1-4D85-8C05-C36BCD8BB4AB}">
      <dgm:prSet/>
      <dgm:spPr/>
      <dgm:t>
        <a:bodyPr/>
        <a:lstStyle/>
        <a:p>
          <a:endParaRPr lang="en-US"/>
        </a:p>
      </dgm:t>
    </dgm:pt>
    <dgm:pt modelId="{522AC6F4-786B-4D93-A023-3AF05F833F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Hybrid Approach</a:t>
          </a:r>
        </a:p>
      </dgm:t>
    </dgm:pt>
    <dgm:pt modelId="{7965ABC0-17BE-4292-A848-DAFED827F4C7}" type="parTrans" cxnId="{98BD474E-A0EF-4EA1-A08D-BB8BF76176DF}">
      <dgm:prSet/>
      <dgm:spPr/>
      <dgm:t>
        <a:bodyPr/>
        <a:lstStyle/>
        <a:p>
          <a:endParaRPr lang="en-US"/>
        </a:p>
      </dgm:t>
    </dgm:pt>
    <dgm:pt modelId="{489C97CA-6DB1-4F7C-A24F-96D644FFBA55}" type="sibTrans" cxnId="{98BD474E-A0EF-4EA1-A08D-BB8BF76176DF}">
      <dgm:prSet/>
      <dgm:spPr/>
      <dgm:t>
        <a:bodyPr/>
        <a:lstStyle/>
        <a:p>
          <a:endParaRPr lang="en-US"/>
        </a:p>
      </dgm:t>
    </dgm:pt>
    <dgm:pt modelId="{9CC92BAC-A1F8-4CE7-9CE4-1A03A1319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Switch between modes seamlessly</a:t>
          </a:r>
        </a:p>
        <a:p>
          <a:endParaRPr lang="en-US"/>
        </a:p>
      </dgm:t>
    </dgm:pt>
    <dgm:pt modelId="{11C8A708-233C-4D66-AC86-0D6D68A22544}" type="parTrans" cxnId="{371B8892-7E3E-4FFE-BF5D-C77551177733}">
      <dgm:prSet/>
      <dgm:spPr/>
      <dgm:t>
        <a:bodyPr/>
        <a:lstStyle/>
        <a:p>
          <a:endParaRPr lang="en-US"/>
        </a:p>
      </dgm:t>
    </dgm:pt>
    <dgm:pt modelId="{054C5051-B867-42D5-9FC6-B36FDAE106B9}" type="sibTrans" cxnId="{371B8892-7E3E-4FFE-BF5D-C77551177733}">
      <dgm:prSet/>
      <dgm:spPr/>
      <dgm:t>
        <a:bodyPr/>
        <a:lstStyle/>
        <a:p>
          <a:endParaRPr lang="en-US"/>
        </a:p>
      </dgm:t>
    </dgm:pt>
    <dgm:pt modelId="{6043C3F4-441B-4743-B459-6285D32D36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both simultaneously for different sections</a:t>
          </a:r>
        </a:p>
        <a:p>
          <a:endParaRPr lang="en-US"/>
        </a:p>
      </dgm:t>
    </dgm:pt>
    <dgm:pt modelId="{3B4BFD10-7EEA-44BA-8281-BA4F2104449B}" type="parTrans" cxnId="{E1BF7859-8123-4C5E-9D10-5CBA47B2EDED}">
      <dgm:prSet/>
      <dgm:spPr/>
      <dgm:t>
        <a:bodyPr/>
        <a:lstStyle/>
        <a:p>
          <a:endParaRPr lang="en-US"/>
        </a:p>
      </dgm:t>
    </dgm:pt>
    <dgm:pt modelId="{9B49A950-67EC-4216-86DF-9C1D3F9A0951}" type="sibTrans" cxnId="{E1BF7859-8123-4C5E-9D10-5CBA47B2EDED}">
      <dgm:prSet/>
      <dgm:spPr/>
      <dgm:t>
        <a:bodyPr/>
        <a:lstStyle/>
        <a:p>
          <a:endParaRPr lang="en-US"/>
        </a:p>
      </dgm:t>
    </dgm:pt>
    <dgm:pt modelId="{66348F48-64B0-4A14-87C2-1BB0DC5C20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Future-proof your content strategy</a:t>
          </a:r>
        </a:p>
      </dgm:t>
    </dgm:pt>
    <dgm:pt modelId="{BB3C9721-F7D1-4741-9829-E353604102F7}" type="parTrans" cxnId="{33C28EFB-2EFB-4287-BACF-9F9F41A19DD5}">
      <dgm:prSet/>
      <dgm:spPr/>
      <dgm:t>
        <a:bodyPr/>
        <a:lstStyle/>
        <a:p>
          <a:endParaRPr lang="en-US"/>
        </a:p>
      </dgm:t>
    </dgm:pt>
    <dgm:pt modelId="{FA5D8DA0-FDE6-4B7C-A16E-0BD335A3DFA0}" type="sibTrans" cxnId="{33C28EFB-2EFB-4287-BACF-9F9F41A19DD5}">
      <dgm:prSet/>
      <dgm:spPr/>
      <dgm:t>
        <a:bodyPr/>
        <a:lstStyle/>
        <a:p>
          <a:endParaRPr lang="en-US"/>
        </a:p>
      </dgm:t>
    </dgm:pt>
    <dgm:pt modelId="{3A761B08-0ABE-4F94-94E8-59A089119A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Cloud-Native Benefits</a:t>
          </a:r>
        </a:p>
      </dgm:t>
    </dgm:pt>
    <dgm:pt modelId="{EB51728C-9F2A-46CA-B795-004E463D7770}" type="parTrans" cxnId="{C9E47DB4-4BEE-479D-9EF3-A5CFC9A900B0}">
      <dgm:prSet/>
      <dgm:spPr/>
      <dgm:t>
        <a:bodyPr/>
        <a:lstStyle/>
        <a:p>
          <a:endParaRPr lang="en-US"/>
        </a:p>
      </dgm:t>
    </dgm:pt>
    <dgm:pt modelId="{50F9C568-9380-4B3E-9598-20DCD436204B}" type="sibTrans" cxnId="{C9E47DB4-4BEE-479D-9EF3-A5CFC9A900B0}">
      <dgm:prSet/>
      <dgm:spPr/>
      <dgm:t>
        <a:bodyPr/>
        <a:lstStyle/>
        <a:p>
          <a:endParaRPr lang="en-US"/>
        </a:p>
      </dgm:t>
    </dgm:pt>
    <dgm:pt modelId="{BBA9E76B-B4CE-45D4-B9E7-14C9782B5E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Auto-scaling for traffic spikes</a:t>
          </a:r>
        </a:p>
        <a:p>
          <a:endParaRPr lang="en-US"/>
        </a:p>
      </dgm:t>
    </dgm:pt>
    <dgm:pt modelId="{0870AF4A-E514-4420-9072-51A398507A86}" type="parTrans" cxnId="{F1C0E12E-D6EA-4C74-94E0-B259F9AC07F5}">
      <dgm:prSet/>
      <dgm:spPr/>
      <dgm:t>
        <a:bodyPr/>
        <a:lstStyle/>
        <a:p>
          <a:endParaRPr lang="en-US"/>
        </a:p>
      </dgm:t>
    </dgm:pt>
    <dgm:pt modelId="{ED479BA4-4C61-4281-BF43-AEEC40C6D984}" type="sibTrans" cxnId="{F1C0E12E-D6EA-4C74-94E0-B259F9AC07F5}">
      <dgm:prSet/>
      <dgm:spPr/>
      <dgm:t>
        <a:bodyPr/>
        <a:lstStyle/>
        <a:p>
          <a:endParaRPr lang="en-US"/>
        </a:p>
      </dgm:t>
    </dgm:pt>
    <dgm:pt modelId="{A013F3EA-5C79-4D86-ADD2-C4BCBE07BD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99.99% uptime SLA</a:t>
          </a:r>
        </a:p>
        <a:p>
          <a:endParaRPr lang="en-US"/>
        </a:p>
      </dgm:t>
    </dgm:pt>
    <dgm:pt modelId="{96A2D924-F1B8-41BF-8B2A-FBAFE1096F19}" type="parTrans" cxnId="{AC4DF1D4-36A9-4F24-AA9B-A5F960215754}">
      <dgm:prSet/>
      <dgm:spPr/>
      <dgm:t>
        <a:bodyPr/>
        <a:lstStyle/>
        <a:p>
          <a:endParaRPr lang="en-US"/>
        </a:p>
      </dgm:t>
    </dgm:pt>
    <dgm:pt modelId="{79AE12ED-7503-40C2-981E-D67933FE58E4}" type="sibTrans" cxnId="{AC4DF1D4-36A9-4F24-AA9B-A5F960215754}">
      <dgm:prSet/>
      <dgm:spPr/>
      <dgm:t>
        <a:bodyPr/>
        <a:lstStyle/>
        <a:p>
          <a:endParaRPr lang="en-US"/>
        </a:p>
      </dgm:t>
    </dgm:pt>
    <dgm:pt modelId="{E5A2FF01-A346-4674-ABB2-534E157683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Global CDN distribution</a:t>
          </a:r>
        </a:p>
        <a:p>
          <a:endParaRPr lang="en-US"/>
        </a:p>
      </dgm:t>
    </dgm:pt>
    <dgm:pt modelId="{5CF79BC1-210B-4DC6-A91E-BDCCD8DC7FFD}" type="parTrans" cxnId="{330F1824-81F5-427A-B894-E0B7EE4C2344}">
      <dgm:prSet/>
      <dgm:spPr/>
      <dgm:t>
        <a:bodyPr/>
        <a:lstStyle/>
        <a:p>
          <a:endParaRPr lang="en-US"/>
        </a:p>
      </dgm:t>
    </dgm:pt>
    <dgm:pt modelId="{A0647D00-47C8-4689-8161-64C0FC432509}" type="sibTrans" cxnId="{330F1824-81F5-427A-B894-E0B7EE4C2344}">
      <dgm:prSet/>
      <dgm:spPr/>
      <dgm:t>
        <a:bodyPr/>
        <a:lstStyle/>
        <a:p>
          <a:endParaRPr lang="en-US"/>
        </a:p>
      </dgm:t>
    </dgm:pt>
    <dgm:pt modelId="{953037E6-23F8-4D6D-9CEB-B8908F7B58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 backups and disaster recovery</a:t>
          </a:r>
        </a:p>
      </dgm:t>
    </dgm:pt>
    <dgm:pt modelId="{C8DF0C98-21E0-4D90-A564-070A7A614CE8}" type="parTrans" cxnId="{EE016AE9-B651-43F3-AAFA-B1DD251514E9}">
      <dgm:prSet/>
      <dgm:spPr/>
      <dgm:t>
        <a:bodyPr/>
        <a:lstStyle/>
        <a:p>
          <a:endParaRPr lang="en-US"/>
        </a:p>
      </dgm:t>
    </dgm:pt>
    <dgm:pt modelId="{80BDF123-7784-4334-9EAD-E83DF43058E8}" type="sibTrans" cxnId="{EE016AE9-B651-43F3-AAFA-B1DD251514E9}">
      <dgm:prSet/>
      <dgm:spPr/>
      <dgm:t>
        <a:bodyPr/>
        <a:lstStyle/>
        <a:p>
          <a:endParaRPr lang="en-US"/>
        </a:p>
      </dgm:t>
    </dgm:pt>
    <dgm:pt modelId="{856D8978-FF2C-4E69-B1F8-85E33094AA5D}" type="pres">
      <dgm:prSet presAssocID="{9A0A4713-D77B-4678-96BD-544D93F16D78}" presName="root" presStyleCnt="0">
        <dgm:presLayoutVars>
          <dgm:dir/>
          <dgm:resizeHandles val="exact"/>
        </dgm:presLayoutVars>
      </dgm:prSet>
      <dgm:spPr/>
    </dgm:pt>
    <dgm:pt modelId="{CA5FC412-AC7F-48DA-92EB-EF682BF1FFD1}" type="pres">
      <dgm:prSet presAssocID="{6DCC2144-AA22-4129-AD6F-13705FA1FBCF}" presName="compNode" presStyleCnt="0"/>
      <dgm:spPr/>
    </dgm:pt>
    <dgm:pt modelId="{4F52DC5D-64BE-4F24-8D6F-DA3B180D460B}" type="pres">
      <dgm:prSet presAssocID="{6DCC2144-AA22-4129-AD6F-13705FA1FB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44DB2822-641F-4663-A59F-CADEFB62CF18}" type="pres">
      <dgm:prSet presAssocID="{6DCC2144-AA22-4129-AD6F-13705FA1FBCF}" presName="iconSpace" presStyleCnt="0"/>
      <dgm:spPr/>
    </dgm:pt>
    <dgm:pt modelId="{0FD03B28-B233-40A7-AE40-D9757D285502}" type="pres">
      <dgm:prSet presAssocID="{6DCC2144-AA22-4129-AD6F-13705FA1FBCF}" presName="parTx" presStyleLbl="revTx" presStyleIdx="0" presStyleCnt="10">
        <dgm:presLayoutVars>
          <dgm:chMax val="0"/>
          <dgm:chPref val="0"/>
        </dgm:presLayoutVars>
      </dgm:prSet>
      <dgm:spPr/>
    </dgm:pt>
    <dgm:pt modelId="{FD86ECF2-20BB-4B76-A7CE-D4604362DCC6}" type="pres">
      <dgm:prSet presAssocID="{6DCC2144-AA22-4129-AD6F-13705FA1FBCF}" presName="txSpace" presStyleCnt="0"/>
      <dgm:spPr/>
    </dgm:pt>
    <dgm:pt modelId="{2309293C-D87C-426D-AEF2-D5B589062D6A}" type="pres">
      <dgm:prSet presAssocID="{6DCC2144-AA22-4129-AD6F-13705FA1FBCF}" presName="desTx" presStyleLbl="revTx" presStyleIdx="1" presStyleCnt="10">
        <dgm:presLayoutVars/>
      </dgm:prSet>
      <dgm:spPr/>
    </dgm:pt>
    <dgm:pt modelId="{49EA8F6F-2795-4984-8781-D252D582A2AC}" type="pres">
      <dgm:prSet presAssocID="{57301924-D83E-4877-BBCB-DC48E501417E}" presName="sibTrans" presStyleCnt="0"/>
      <dgm:spPr/>
    </dgm:pt>
    <dgm:pt modelId="{DEE38F35-D1D5-4C28-9A73-7576CE0ED151}" type="pres">
      <dgm:prSet presAssocID="{93E222A9-02DA-4242-AFC0-6FA368667FAA}" presName="compNode" presStyleCnt="0"/>
      <dgm:spPr/>
    </dgm:pt>
    <dgm:pt modelId="{1F6C4D86-D67E-4DC6-90D1-E4470A402FA2}" type="pres">
      <dgm:prSet presAssocID="{93E222A9-02DA-4242-AFC0-6FA368667FA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D83E8EE2-04B6-4EC6-A84C-A77701AFBC11}" type="pres">
      <dgm:prSet presAssocID="{93E222A9-02DA-4242-AFC0-6FA368667FAA}" presName="iconSpace" presStyleCnt="0"/>
      <dgm:spPr/>
    </dgm:pt>
    <dgm:pt modelId="{854BC85F-C925-4F19-A4A1-F254DE20CA60}" type="pres">
      <dgm:prSet presAssocID="{93E222A9-02DA-4242-AFC0-6FA368667FAA}" presName="parTx" presStyleLbl="revTx" presStyleIdx="2" presStyleCnt="10">
        <dgm:presLayoutVars>
          <dgm:chMax val="0"/>
          <dgm:chPref val="0"/>
        </dgm:presLayoutVars>
      </dgm:prSet>
      <dgm:spPr/>
    </dgm:pt>
    <dgm:pt modelId="{35E6BBED-2E9E-4A0A-84A4-FDAC11DF9868}" type="pres">
      <dgm:prSet presAssocID="{93E222A9-02DA-4242-AFC0-6FA368667FAA}" presName="txSpace" presStyleCnt="0"/>
      <dgm:spPr/>
    </dgm:pt>
    <dgm:pt modelId="{8DD0100D-3203-4B23-9AC8-1812D828EBF9}" type="pres">
      <dgm:prSet presAssocID="{93E222A9-02DA-4242-AFC0-6FA368667FAA}" presName="desTx" presStyleLbl="revTx" presStyleIdx="3" presStyleCnt="10">
        <dgm:presLayoutVars/>
      </dgm:prSet>
      <dgm:spPr/>
    </dgm:pt>
    <dgm:pt modelId="{673B2DDE-B170-4C0F-9673-7705A5AFD424}" type="pres">
      <dgm:prSet presAssocID="{7AE0D365-8E89-4F98-BDA8-7D323F6F50E1}" presName="sibTrans" presStyleCnt="0"/>
      <dgm:spPr/>
    </dgm:pt>
    <dgm:pt modelId="{D0E3DEE8-2B2E-43D2-BAC5-0BDAECBA6941}" type="pres">
      <dgm:prSet presAssocID="{2F45C84F-3244-4F3D-80CD-5021F33F0713}" presName="compNode" presStyleCnt="0"/>
      <dgm:spPr/>
    </dgm:pt>
    <dgm:pt modelId="{36E48C55-4818-4989-83D0-FFF91A28D093}" type="pres">
      <dgm:prSet presAssocID="{2F45C84F-3244-4F3D-80CD-5021F33F071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2ADFA4E-72EA-416A-B3DA-70EC4403BB9C}" type="pres">
      <dgm:prSet presAssocID="{2F45C84F-3244-4F3D-80CD-5021F33F0713}" presName="iconSpace" presStyleCnt="0"/>
      <dgm:spPr/>
    </dgm:pt>
    <dgm:pt modelId="{C99CCA54-5096-432A-BF4D-19E52DE3A129}" type="pres">
      <dgm:prSet presAssocID="{2F45C84F-3244-4F3D-80CD-5021F33F0713}" presName="parTx" presStyleLbl="revTx" presStyleIdx="4" presStyleCnt="10">
        <dgm:presLayoutVars>
          <dgm:chMax val="0"/>
          <dgm:chPref val="0"/>
        </dgm:presLayoutVars>
      </dgm:prSet>
      <dgm:spPr/>
    </dgm:pt>
    <dgm:pt modelId="{168A89BB-083C-4B93-B559-4C6D15A6E80F}" type="pres">
      <dgm:prSet presAssocID="{2F45C84F-3244-4F3D-80CD-5021F33F0713}" presName="txSpace" presStyleCnt="0"/>
      <dgm:spPr/>
    </dgm:pt>
    <dgm:pt modelId="{CEF19589-DCC7-4297-B1BB-A4E98E3F9E01}" type="pres">
      <dgm:prSet presAssocID="{2F45C84F-3244-4F3D-80CD-5021F33F0713}" presName="desTx" presStyleLbl="revTx" presStyleIdx="5" presStyleCnt="10">
        <dgm:presLayoutVars/>
      </dgm:prSet>
      <dgm:spPr/>
    </dgm:pt>
    <dgm:pt modelId="{8DE26D0F-A604-46EC-A113-03D5D92A1AC3}" type="pres">
      <dgm:prSet presAssocID="{FB1DF82A-E042-4A3E-A676-F17FFF4F4690}" presName="sibTrans" presStyleCnt="0"/>
      <dgm:spPr/>
    </dgm:pt>
    <dgm:pt modelId="{9394E805-A796-4110-A34A-E8F837BD15CF}" type="pres">
      <dgm:prSet presAssocID="{522AC6F4-786B-4D93-A023-3AF05F833F82}" presName="compNode" presStyleCnt="0"/>
      <dgm:spPr/>
    </dgm:pt>
    <dgm:pt modelId="{16707016-AA3B-471B-8303-880839E4C8B6}" type="pres">
      <dgm:prSet presAssocID="{522AC6F4-786B-4D93-A023-3AF05F833F8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A947476-D709-4713-9AAC-225A96F3BF8D}" type="pres">
      <dgm:prSet presAssocID="{522AC6F4-786B-4D93-A023-3AF05F833F82}" presName="iconSpace" presStyleCnt="0"/>
      <dgm:spPr/>
    </dgm:pt>
    <dgm:pt modelId="{321017F8-861A-4114-9AC2-7DD29913FEA1}" type="pres">
      <dgm:prSet presAssocID="{522AC6F4-786B-4D93-A023-3AF05F833F82}" presName="parTx" presStyleLbl="revTx" presStyleIdx="6" presStyleCnt="10">
        <dgm:presLayoutVars>
          <dgm:chMax val="0"/>
          <dgm:chPref val="0"/>
        </dgm:presLayoutVars>
      </dgm:prSet>
      <dgm:spPr/>
    </dgm:pt>
    <dgm:pt modelId="{2EF2661C-4B58-438C-B021-7EC43FF41ECD}" type="pres">
      <dgm:prSet presAssocID="{522AC6F4-786B-4D93-A023-3AF05F833F82}" presName="txSpace" presStyleCnt="0"/>
      <dgm:spPr/>
    </dgm:pt>
    <dgm:pt modelId="{A5046D0C-30AE-47A6-8AA8-B23668B46C20}" type="pres">
      <dgm:prSet presAssocID="{522AC6F4-786B-4D93-A023-3AF05F833F82}" presName="desTx" presStyleLbl="revTx" presStyleIdx="7" presStyleCnt="10">
        <dgm:presLayoutVars/>
      </dgm:prSet>
      <dgm:spPr/>
    </dgm:pt>
    <dgm:pt modelId="{6FBEE33A-0614-4B8F-9F03-BD9CCCCF7A38}" type="pres">
      <dgm:prSet presAssocID="{489C97CA-6DB1-4F7C-A24F-96D644FFBA55}" presName="sibTrans" presStyleCnt="0"/>
      <dgm:spPr/>
    </dgm:pt>
    <dgm:pt modelId="{A81614BD-490D-490C-BDB1-1F1C4B46725C}" type="pres">
      <dgm:prSet presAssocID="{3A761B08-0ABE-4F94-94E8-59A089119AFA}" presName="compNode" presStyleCnt="0"/>
      <dgm:spPr/>
    </dgm:pt>
    <dgm:pt modelId="{AE3E3712-EBF0-4C28-9125-F774FED9B370}" type="pres">
      <dgm:prSet presAssocID="{3A761B08-0ABE-4F94-94E8-59A089119AF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825DB6B-D632-4A18-8D53-06BB35408905}" type="pres">
      <dgm:prSet presAssocID="{3A761B08-0ABE-4F94-94E8-59A089119AFA}" presName="iconSpace" presStyleCnt="0"/>
      <dgm:spPr/>
    </dgm:pt>
    <dgm:pt modelId="{9C682095-6DA6-4152-AF47-0A59B66D4A2D}" type="pres">
      <dgm:prSet presAssocID="{3A761B08-0ABE-4F94-94E8-59A089119AFA}" presName="parTx" presStyleLbl="revTx" presStyleIdx="8" presStyleCnt="10">
        <dgm:presLayoutVars>
          <dgm:chMax val="0"/>
          <dgm:chPref val="0"/>
        </dgm:presLayoutVars>
      </dgm:prSet>
      <dgm:spPr/>
    </dgm:pt>
    <dgm:pt modelId="{C89091FF-FBD8-4F47-8667-6FBCB27734DB}" type="pres">
      <dgm:prSet presAssocID="{3A761B08-0ABE-4F94-94E8-59A089119AFA}" presName="txSpace" presStyleCnt="0"/>
      <dgm:spPr/>
    </dgm:pt>
    <dgm:pt modelId="{CCE61467-D3D0-479B-A40F-69B152BDFE62}" type="pres">
      <dgm:prSet presAssocID="{3A761B08-0ABE-4F94-94E8-59A089119AFA}" presName="desTx" presStyleLbl="revTx" presStyleIdx="9" presStyleCnt="10">
        <dgm:presLayoutVars/>
      </dgm:prSet>
      <dgm:spPr/>
    </dgm:pt>
  </dgm:ptLst>
  <dgm:cxnLst>
    <dgm:cxn modelId="{B1DAF20F-39E4-4F10-AFB5-D1F481D52D56}" srcId="{93E222A9-02DA-4242-AFC0-6FA368667FAA}" destId="{725AEA5C-5195-44E6-9AA0-5E021FC434C4}" srcOrd="1" destOrd="0" parTransId="{BD67B689-CBEA-42E8-ADB2-A73193FFC7DE}" sibTransId="{E5FF19B4-9D87-486D-9C83-B72A365A8091}"/>
    <dgm:cxn modelId="{14D4BD13-5C00-BD49-8E9A-D0F7AC435DFE}" type="presOf" srcId="{B07BCA66-23D2-4911-9BE6-607359264E77}" destId="{CEF19589-DCC7-4297-B1BB-A4E98E3F9E01}" srcOrd="0" destOrd="2" presId="urn:microsoft.com/office/officeart/2018/5/layout/CenteredIconLabelDescriptionList"/>
    <dgm:cxn modelId="{8DDDFE22-32BB-F34C-BEBF-F131B463A8E0}" type="presOf" srcId="{522AC6F4-786B-4D93-A023-3AF05F833F82}" destId="{321017F8-861A-4114-9AC2-7DD29913FEA1}" srcOrd="0" destOrd="0" presId="urn:microsoft.com/office/officeart/2018/5/layout/CenteredIconLabelDescriptionList"/>
    <dgm:cxn modelId="{330F1824-81F5-427A-B894-E0B7EE4C2344}" srcId="{3A761B08-0ABE-4F94-94E8-59A089119AFA}" destId="{E5A2FF01-A346-4674-ABB2-534E157683E6}" srcOrd="2" destOrd="0" parTransId="{5CF79BC1-210B-4DC6-A91E-BDCCD8DC7FFD}" sibTransId="{A0647D00-47C8-4689-8161-64C0FC432509}"/>
    <dgm:cxn modelId="{D568732A-63E9-3946-B127-B454F8D7554B}" type="presOf" srcId="{66348F48-64B0-4A14-87C2-1BB0DC5C2004}" destId="{A5046D0C-30AE-47A6-8AA8-B23668B46C20}" srcOrd="0" destOrd="2" presId="urn:microsoft.com/office/officeart/2018/5/layout/CenteredIconLabelDescriptionList"/>
    <dgm:cxn modelId="{867BC82B-DA92-264E-9B37-9286F163274E}" type="presOf" srcId="{E5A2FF01-A346-4674-ABB2-534E157683E6}" destId="{CCE61467-D3D0-479B-A40F-69B152BDFE62}" srcOrd="0" destOrd="2" presId="urn:microsoft.com/office/officeart/2018/5/layout/CenteredIconLabelDescriptionList"/>
    <dgm:cxn modelId="{F1C0E12E-D6EA-4C74-94E0-B259F9AC07F5}" srcId="{3A761B08-0ABE-4F94-94E8-59A089119AFA}" destId="{BBA9E76B-B4CE-45D4-B9E7-14C9782B5E12}" srcOrd="0" destOrd="0" parTransId="{0870AF4A-E514-4420-9072-51A398507A86}" sibTransId="{ED479BA4-4C61-4281-BF43-AEEC40C6D984}"/>
    <dgm:cxn modelId="{87FB4638-782D-6D4F-81EE-83AFD5FC7EB0}" type="presOf" srcId="{2F45C84F-3244-4F3D-80CD-5021F33F0713}" destId="{C99CCA54-5096-432A-BF4D-19E52DE3A129}" srcOrd="0" destOrd="0" presId="urn:microsoft.com/office/officeart/2018/5/layout/CenteredIconLabelDescriptionList"/>
    <dgm:cxn modelId="{83DB5841-9830-4191-B469-A6565D840CD8}" srcId="{93E222A9-02DA-4242-AFC0-6FA368667FAA}" destId="{6F648B67-7A83-44D8-BBB8-7BEEBFC3FDA6}" srcOrd="0" destOrd="0" parTransId="{317FC377-6397-437A-A582-55DD5D9BE5EF}" sibTransId="{FFEE6214-FE2E-4DD5-97B9-6AAEDBBB4439}"/>
    <dgm:cxn modelId="{A532D746-A02A-AB40-9D47-2B785920B354}" type="presOf" srcId="{6DCC2144-AA22-4129-AD6F-13705FA1FBCF}" destId="{0FD03B28-B233-40A7-AE40-D9757D285502}" srcOrd="0" destOrd="0" presId="urn:microsoft.com/office/officeart/2018/5/layout/CenteredIconLabelDescriptionList"/>
    <dgm:cxn modelId="{98BD474E-A0EF-4EA1-A08D-BB8BF76176DF}" srcId="{9A0A4713-D77B-4678-96BD-544D93F16D78}" destId="{522AC6F4-786B-4D93-A023-3AF05F833F82}" srcOrd="3" destOrd="0" parTransId="{7965ABC0-17BE-4292-A848-DAFED827F4C7}" sibTransId="{489C97CA-6DB1-4F7C-A24F-96D644FFBA55}"/>
    <dgm:cxn modelId="{A1740754-746E-471F-8A5C-64205DF8E649}" srcId="{9A0A4713-D77B-4678-96BD-544D93F16D78}" destId="{93E222A9-02DA-4242-AFC0-6FA368667FAA}" srcOrd="1" destOrd="0" parTransId="{C1A7C317-A3E1-48C4-95C1-2CCFCFADA1B8}" sibTransId="{7AE0D365-8E89-4F98-BDA8-7D323F6F50E1}"/>
    <dgm:cxn modelId="{D3B11857-FD6C-1F42-8744-A07D3DADEFC0}" type="presOf" srcId="{953037E6-23F8-4D6D-9CEB-B8908F7B583F}" destId="{CCE61467-D3D0-479B-A40F-69B152BDFE62}" srcOrd="0" destOrd="3" presId="urn:microsoft.com/office/officeart/2018/5/layout/CenteredIconLabelDescriptionList"/>
    <dgm:cxn modelId="{E1BF7859-8123-4C5E-9D10-5CBA47B2EDED}" srcId="{522AC6F4-786B-4D93-A023-3AF05F833F82}" destId="{6043C3F4-441B-4743-B459-6285D32D3646}" srcOrd="1" destOrd="0" parTransId="{3B4BFD10-7EEA-44BA-8281-BA4F2104449B}" sibTransId="{9B49A950-67EC-4216-86DF-9C1D3F9A0951}"/>
    <dgm:cxn modelId="{9C6A155C-A004-4E40-AF55-53E0FDB7A426}" srcId="{9A0A4713-D77B-4678-96BD-544D93F16D78}" destId="{6DCC2144-AA22-4129-AD6F-13705FA1FBCF}" srcOrd="0" destOrd="0" parTransId="{BE5400F4-77D9-448D-99D9-2DF25F6C6EA0}" sibTransId="{57301924-D83E-4877-BBCB-DC48E501417E}"/>
    <dgm:cxn modelId="{64516969-11C1-4D85-8C05-C36BCD8BB4AB}" srcId="{2F45C84F-3244-4F3D-80CD-5021F33F0713}" destId="{E8CC0705-00DC-4092-9798-E04B30B222AF}" srcOrd="3" destOrd="0" parTransId="{4E6E3DB4-A6EA-4A30-A18B-4EF273A5EDF3}" sibTransId="{15097776-2550-4210-9721-744C897E3C46}"/>
    <dgm:cxn modelId="{1E3E757D-A2FE-48EF-AA5C-F2B9825F50CD}" srcId="{2F45C84F-3244-4F3D-80CD-5021F33F0713}" destId="{899ACA75-7AEE-492B-B7B4-6A0832763BD2}" srcOrd="0" destOrd="0" parTransId="{3AB9805B-D1FB-4CEA-BAF3-30415D66CE68}" sibTransId="{96AB28B4-58FA-4221-AB27-FEFE1632B1A8}"/>
    <dgm:cxn modelId="{825F8B80-66CB-914A-855A-720F24F6B76F}" type="presOf" srcId="{3A761B08-0ABE-4F94-94E8-59A089119AFA}" destId="{9C682095-6DA6-4152-AF47-0A59B66D4A2D}" srcOrd="0" destOrd="0" presId="urn:microsoft.com/office/officeart/2018/5/layout/CenteredIconLabelDescriptionList"/>
    <dgm:cxn modelId="{371B8892-7E3E-4FFE-BF5D-C77551177733}" srcId="{522AC6F4-786B-4D93-A023-3AF05F833F82}" destId="{9CC92BAC-A1F8-4CE7-9CE4-1A03A1319ECA}" srcOrd="0" destOrd="0" parTransId="{11C8A708-233C-4D66-AC86-0D6D68A22544}" sibTransId="{054C5051-B867-42D5-9FC6-B36FDAE106B9}"/>
    <dgm:cxn modelId="{19A19893-1C17-4338-B664-7A2FC3139813}" srcId="{93E222A9-02DA-4242-AFC0-6FA368667FAA}" destId="{A7C14895-1B5E-48E1-B0F3-EA3B7BBF69BE}" srcOrd="3" destOrd="0" parTransId="{C3E8CE66-1602-493B-A874-A125B7DD4455}" sibTransId="{80B55CBF-8DC8-4244-8752-BACE04DBB6C0}"/>
    <dgm:cxn modelId="{B815A996-1AFC-9643-9A99-E1938E3D157B}" type="presOf" srcId="{93E222A9-02DA-4242-AFC0-6FA368667FAA}" destId="{854BC85F-C925-4F19-A4A1-F254DE20CA60}" srcOrd="0" destOrd="0" presId="urn:microsoft.com/office/officeart/2018/5/layout/CenteredIconLabelDescriptionList"/>
    <dgm:cxn modelId="{C8F59C97-6FD5-49FF-A630-319E84BD7EBB}" srcId="{2F45C84F-3244-4F3D-80CD-5021F33F0713}" destId="{B07BCA66-23D2-4911-9BE6-607359264E77}" srcOrd="2" destOrd="0" parTransId="{05E235A3-3D59-489D-A4A4-C99B15C7BF8C}" sibTransId="{701568EF-D461-4537-BC01-F14A50205882}"/>
    <dgm:cxn modelId="{4108B797-F938-0F47-AAA8-89826924CD9A}" type="presOf" srcId="{6F648B67-7A83-44D8-BBB8-7BEEBFC3FDA6}" destId="{8DD0100D-3203-4B23-9AC8-1812D828EBF9}" srcOrd="0" destOrd="0" presId="urn:microsoft.com/office/officeart/2018/5/layout/CenteredIconLabelDescriptionList"/>
    <dgm:cxn modelId="{B1DFEC98-CDEE-40A2-A061-F7BB5D56B25C}" srcId="{93E222A9-02DA-4242-AFC0-6FA368667FAA}" destId="{94E997E2-1FC2-49AF-8EE7-3A2D78482704}" srcOrd="2" destOrd="0" parTransId="{92DFB9EF-7463-44F1-BA0C-0F0982ED6EF0}" sibTransId="{23F625F7-C615-426A-B163-26983D30CDE3}"/>
    <dgm:cxn modelId="{C9E47DB4-4BEE-479D-9EF3-A5CFC9A900B0}" srcId="{9A0A4713-D77B-4678-96BD-544D93F16D78}" destId="{3A761B08-0ABE-4F94-94E8-59A089119AFA}" srcOrd="4" destOrd="0" parTransId="{EB51728C-9F2A-46CA-B795-004E463D7770}" sibTransId="{50F9C568-9380-4B3E-9598-20DCD436204B}"/>
    <dgm:cxn modelId="{156485B8-AD86-DB4D-B4A7-45C572C23948}" type="presOf" srcId="{A7C14895-1B5E-48E1-B0F3-EA3B7BBF69BE}" destId="{8DD0100D-3203-4B23-9AC8-1812D828EBF9}" srcOrd="0" destOrd="3" presId="urn:microsoft.com/office/officeart/2018/5/layout/CenteredIconLabelDescriptionList"/>
    <dgm:cxn modelId="{E3E16DBE-77EA-8347-8912-210F349BE8A1}" type="presOf" srcId="{9CC92BAC-A1F8-4CE7-9CE4-1A03A1319ECA}" destId="{A5046D0C-30AE-47A6-8AA8-B23668B46C20}" srcOrd="0" destOrd="0" presId="urn:microsoft.com/office/officeart/2018/5/layout/CenteredIconLabelDescriptionList"/>
    <dgm:cxn modelId="{995B1BC2-FF1E-4760-916E-700A0B81E31E}" srcId="{9A0A4713-D77B-4678-96BD-544D93F16D78}" destId="{2F45C84F-3244-4F3D-80CD-5021F33F0713}" srcOrd="2" destOrd="0" parTransId="{AEA04A87-F9C0-4E39-A393-BD848CE3A9F7}" sibTransId="{FB1DF82A-E042-4A3E-A676-F17FFF4F4690}"/>
    <dgm:cxn modelId="{FDEE71C8-52E1-6248-A50E-51BA9435FE4E}" type="presOf" srcId="{BBA9E76B-B4CE-45D4-B9E7-14C9782B5E12}" destId="{CCE61467-D3D0-479B-A40F-69B152BDFE62}" srcOrd="0" destOrd="0" presId="urn:microsoft.com/office/officeart/2018/5/layout/CenteredIconLabelDescriptionList"/>
    <dgm:cxn modelId="{385CC7CD-FC00-C64A-9BDE-62AD52790F7C}" type="presOf" srcId="{725AEA5C-5195-44E6-9AA0-5E021FC434C4}" destId="{8DD0100D-3203-4B23-9AC8-1812D828EBF9}" srcOrd="0" destOrd="1" presId="urn:microsoft.com/office/officeart/2018/5/layout/CenteredIconLabelDescriptionList"/>
    <dgm:cxn modelId="{AC4DF1D4-36A9-4F24-AA9B-A5F960215754}" srcId="{3A761B08-0ABE-4F94-94E8-59A089119AFA}" destId="{A013F3EA-5C79-4D86-ADD2-C4BCBE07BDA8}" srcOrd="1" destOrd="0" parTransId="{96A2D924-F1B8-41BF-8B2A-FBAFE1096F19}" sibTransId="{79AE12ED-7503-40C2-981E-D67933FE58E4}"/>
    <dgm:cxn modelId="{013A61D6-52EB-7647-8A7E-48BB932564BA}" type="presOf" srcId="{E8CC0705-00DC-4092-9798-E04B30B222AF}" destId="{CEF19589-DCC7-4297-B1BB-A4E98E3F9E01}" srcOrd="0" destOrd="3" presId="urn:microsoft.com/office/officeart/2018/5/layout/CenteredIconLabelDescriptionList"/>
    <dgm:cxn modelId="{AD29B4D9-A758-4942-B2F2-1F223BCB8901}" type="presOf" srcId="{899ACA75-7AEE-492B-B7B4-6A0832763BD2}" destId="{CEF19589-DCC7-4297-B1BB-A4E98E3F9E01}" srcOrd="0" destOrd="0" presId="urn:microsoft.com/office/officeart/2018/5/layout/CenteredIconLabelDescriptionList"/>
    <dgm:cxn modelId="{892AA7DA-FE37-AB4E-99EE-7C21D0AA1B72}" type="presOf" srcId="{9A0A4713-D77B-4678-96BD-544D93F16D78}" destId="{856D8978-FF2C-4E69-B1F8-85E33094AA5D}" srcOrd="0" destOrd="0" presId="urn:microsoft.com/office/officeart/2018/5/layout/CenteredIconLabelDescriptionList"/>
    <dgm:cxn modelId="{18B4C6DD-3C48-7841-8128-F30769D30186}" type="presOf" srcId="{94E997E2-1FC2-49AF-8EE7-3A2D78482704}" destId="{8DD0100D-3203-4B23-9AC8-1812D828EBF9}" srcOrd="0" destOrd="2" presId="urn:microsoft.com/office/officeart/2018/5/layout/CenteredIconLabelDescriptionList"/>
    <dgm:cxn modelId="{BD948AE5-38C5-5444-8399-65D50413481D}" type="presOf" srcId="{A013F3EA-5C79-4D86-ADD2-C4BCBE07BDA8}" destId="{CCE61467-D3D0-479B-A40F-69B152BDFE62}" srcOrd="0" destOrd="1" presId="urn:microsoft.com/office/officeart/2018/5/layout/CenteredIconLabelDescriptionList"/>
    <dgm:cxn modelId="{8BAA99E7-A6A3-4135-953C-0C2C3D60636A}" srcId="{2F45C84F-3244-4F3D-80CD-5021F33F0713}" destId="{27E04F44-6DA4-4495-8DDC-F145BB637DB1}" srcOrd="1" destOrd="0" parTransId="{93A7FE26-F969-4792-A9BC-C27E49FEF3C1}" sibTransId="{DA5FC529-C3FC-4BFA-9375-A76BAE3CFDDD}"/>
    <dgm:cxn modelId="{EE016AE9-B651-43F3-AAFA-B1DD251514E9}" srcId="{3A761B08-0ABE-4F94-94E8-59A089119AFA}" destId="{953037E6-23F8-4D6D-9CEB-B8908F7B583F}" srcOrd="3" destOrd="0" parTransId="{C8DF0C98-21E0-4D90-A564-070A7A614CE8}" sibTransId="{80BDF123-7784-4334-9EAD-E83DF43058E8}"/>
    <dgm:cxn modelId="{B2D630ED-29DC-8D46-99D8-12027E29DDFB}" type="presOf" srcId="{27E04F44-6DA4-4495-8DDC-F145BB637DB1}" destId="{CEF19589-DCC7-4297-B1BB-A4E98E3F9E01}" srcOrd="0" destOrd="1" presId="urn:microsoft.com/office/officeart/2018/5/layout/CenteredIconLabelDescriptionList"/>
    <dgm:cxn modelId="{41203CF5-AEA7-734E-AA2B-7D7B0F11664E}" type="presOf" srcId="{6043C3F4-441B-4743-B459-6285D32D3646}" destId="{A5046D0C-30AE-47A6-8AA8-B23668B46C20}" srcOrd="0" destOrd="1" presId="urn:microsoft.com/office/officeart/2018/5/layout/CenteredIconLabelDescriptionList"/>
    <dgm:cxn modelId="{33C28EFB-2EFB-4287-BACF-9F9F41A19DD5}" srcId="{522AC6F4-786B-4D93-A023-3AF05F833F82}" destId="{66348F48-64B0-4A14-87C2-1BB0DC5C2004}" srcOrd="2" destOrd="0" parTransId="{BB3C9721-F7D1-4741-9829-E353604102F7}" sibTransId="{FA5D8DA0-FDE6-4B7C-A16E-0BD335A3DFA0}"/>
    <dgm:cxn modelId="{08765DE4-B510-6A46-A581-AC131666501F}" type="presParOf" srcId="{856D8978-FF2C-4E69-B1F8-85E33094AA5D}" destId="{CA5FC412-AC7F-48DA-92EB-EF682BF1FFD1}" srcOrd="0" destOrd="0" presId="urn:microsoft.com/office/officeart/2018/5/layout/CenteredIconLabelDescriptionList"/>
    <dgm:cxn modelId="{7CD229D2-1177-E245-9C32-9571EE4E9369}" type="presParOf" srcId="{CA5FC412-AC7F-48DA-92EB-EF682BF1FFD1}" destId="{4F52DC5D-64BE-4F24-8D6F-DA3B180D460B}" srcOrd="0" destOrd="0" presId="urn:microsoft.com/office/officeart/2018/5/layout/CenteredIconLabelDescriptionList"/>
    <dgm:cxn modelId="{5EC1AA8A-57CF-DC46-97DC-E50ED0E928E9}" type="presParOf" srcId="{CA5FC412-AC7F-48DA-92EB-EF682BF1FFD1}" destId="{44DB2822-641F-4663-A59F-CADEFB62CF18}" srcOrd="1" destOrd="0" presId="urn:microsoft.com/office/officeart/2018/5/layout/CenteredIconLabelDescriptionList"/>
    <dgm:cxn modelId="{3F4CC9F5-3D02-4E42-9E41-DBC06FB34D2B}" type="presParOf" srcId="{CA5FC412-AC7F-48DA-92EB-EF682BF1FFD1}" destId="{0FD03B28-B233-40A7-AE40-D9757D285502}" srcOrd="2" destOrd="0" presId="urn:microsoft.com/office/officeart/2018/5/layout/CenteredIconLabelDescriptionList"/>
    <dgm:cxn modelId="{84DA3E4E-9807-1B44-84DF-281DDF82C0AA}" type="presParOf" srcId="{CA5FC412-AC7F-48DA-92EB-EF682BF1FFD1}" destId="{FD86ECF2-20BB-4B76-A7CE-D4604362DCC6}" srcOrd="3" destOrd="0" presId="urn:microsoft.com/office/officeart/2018/5/layout/CenteredIconLabelDescriptionList"/>
    <dgm:cxn modelId="{CDB930D4-AE23-AA43-B5E5-AD88E5D7D460}" type="presParOf" srcId="{CA5FC412-AC7F-48DA-92EB-EF682BF1FFD1}" destId="{2309293C-D87C-426D-AEF2-D5B589062D6A}" srcOrd="4" destOrd="0" presId="urn:microsoft.com/office/officeart/2018/5/layout/CenteredIconLabelDescriptionList"/>
    <dgm:cxn modelId="{003FBF9E-80AA-8843-8D26-A80FD4876FC4}" type="presParOf" srcId="{856D8978-FF2C-4E69-B1F8-85E33094AA5D}" destId="{49EA8F6F-2795-4984-8781-D252D582A2AC}" srcOrd="1" destOrd="0" presId="urn:microsoft.com/office/officeart/2018/5/layout/CenteredIconLabelDescriptionList"/>
    <dgm:cxn modelId="{60A050E7-BDD2-0C42-8A06-361804DE9C08}" type="presParOf" srcId="{856D8978-FF2C-4E69-B1F8-85E33094AA5D}" destId="{DEE38F35-D1D5-4C28-9A73-7576CE0ED151}" srcOrd="2" destOrd="0" presId="urn:microsoft.com/office/officeart/2018/5/layout/CenteredIconLabelDescriptionList"/>
    <dgm:cxn modelId="{319C7E97-55BB-8947-BC67-FFAB131D5F53}" type="presParOf" srcId="{DEE38F35-D1D5-4C28-9A73-7576CE0ED151}" destId="{1F6C4D86-D67E-4DC6-90D1-E4470A402FA2}" srcOrd="0" destOrd="0" presId="urn:microsoft.com/office/officeart/2018/5/layout/CenteredIconLabelDescriptionList"/>
    <dgm:cxn modelId="{F4CAE63F-C6C4-F14B-AC7F-5E3B5B5AF7DC}" type="presParOf" srcId="{DEE38F35-D1D5-4C28-9A73-7576CE0ED151}" destId="{D83E8EE2-04B6-4EC6-A84C-A77701AFBC11}" srcOrd="1" destOrd="0" presId="urn:microsoft.com/office/officeart/2018/5/layout/CenteredIconLabelDescriptionList"/>
    <dgm:cxn modelId="{8397A18D-EF27-024F-BB4B-8CADCEC1B9DE}" type="presParOf" srcId="{DEE38F35-D1D5-4C28-9A73-7576CE0ED151}" destId="{854BC85F-C925-4F19-A4A1-F254DE20CA60}" srcOrd="2" destOrd="0" presId="urn:microsoft.com/office/officeart/2018/5/layout/CenteredIconLabelDescriptionList"/>
    <dgm:cxn modelId="{0C6A4C4E-CCDE-1D48-9413-344436294BFB}" type="presParOf" srcId="{DEE38F35-D1D5-4C28-9A73-7576CE0ED151}" destId="{35E6BBED-2E9E-4A0A-84A4-FDAC11DF9868}" srcOrd="3" destOrd="0" presId="urn:microsoft.com/office/officeart/2018/5/layout/CenteredIconLabelDescriptionList"/>
    <dgm:cxn modelId="{3E4C725F-F39A-A341-97BF-F09F4CF5BF82}" type="presParOf" srcId="{DEE38F35-D1D5-4C28-9A73-7576CE0ED151}" destId="{8DD0100D-3203-4B23-9AC8-1812D828EBF9}" srcOrd="4" destOrd="0" presId="urn:microsoft.com/office/officeart/2018/5/layout/CenteredIconLabelDescriptionList"/>
    <dgm:cxn modelId="{754FEAEF-428A-034B-8D63-5B8C20F7E523}" type="presParOf" srcId="{856D8978-FF2C-4E69-B1F8-85E33094AA5D}" destId="{673B2DDE-B170-4C0F-9673-7705A5AFD424}" srcOrd="3" destOrd="0" presId="urn:microsoft.com/office/officeart/2018/5/layout/CenteredIconLabelDescriptionList"/>
    <dgm:cxn modelId="{3513A663-60EB-2E45-9C6C-D77990B3F80D}" type="presParOf" srcId="{856D8978-FF2C-4E69-B1F8-85E33094AA5D}" destId="{D0E3DEE8-2B2E-43D2-BAC5-0BDAECBA6941}" srcOrd="4" destOrd="0" presId="urn:microsoft.com/office/officeart/2018/5/layout/CenteredIconLabelDescriptionList"/>
    <dgm:cxn modelId="{01B6979D-AB48-4B42-9363-504FA2B94B10}" type="presParOf" srcId="{D0E3DEE8-2B2E-43D2-BAC5-0BDAECBA6941}" destId="{36E48C55-4818-4989-83D0-FFF91A28D093}" srcOrd="0" destOrd="0" presId="urn:microsoft.com/office/officeart/2018/5/layout/CenteredIconLabelDescriptionList"/>
    <dgm:cxn modelId="{B1068C1A-EB88-C943-8ECE-4DB330FE81D7}" type="presParOf" srcId="{D0E3DEE8-2B2E-43D2-BAC5-0BDAECBA6941}" destId="{32ADFA4E-72EA-416A-B3DA-70EC4403BB9C}" srcOrd="1" destOrd="0" presId="urn:microsoft.com/office/officeart/2018/5/layout/CenteredIconLabelDescriptionList"/>
    <dgm:cxn modelId="{397A32F8-D876-B146-9CB9-B60AADC91BD6}" type="presParOf" srcId="{D0E3DEE8-2B2E-43D2-BAC5-0BDAECBA6941}" destId="{C99CCA54-5096-432A-BF4D-19E52DE3A129}" srcOrd="2" destOrd="0" presId="urn:microsoft.com/office/officeart/2018/5/layout/CenteredIconLabelDescriptionList"/>
    <dgm:cxn modelId="{134A97B8-5693-1248-A039-A74B600A3908}" type="presParOf" srcId="{D0E3DEE8-2B2E-43D2-BAC5-0BDAECBA6941}" destId="{168A89BB-083C-4B93-B559-4C6D15A6E80F}" srcOrd="3" destOrd="0" presId="urn:microsoft.com/office/officeart/2018/5/layout/CenteredIconLabelDescriptionList"/>
    <dgm:cxn modelId="{28A88EFA-DC9E-C349-A26E-3E4AE602D2FB}" type="presParOf" srcId="{D0E3DEE8-2B2E-43D2-BAC5-0BDAECBA6941}" destId="{CEF19589-DCC7-4297-B1BB-A4E98E3F9E01}" srcOrd="4" destOrd="0" presId="urn:microsoft.com/office/officeart/2018/5/layout/CenteredIconLabelDescriptionList"/>
    <dgm:cxn modelId="{5C94393F-F7C5-EB4D-8F0F-3F9C418B4396}" type="presParOf" srcId="{856D8978-FF2C-4E69-B1F8-85E33094AA5D}" destId="{8DE26D0F-A604-46EC-A113-03D5D92A1AC3}" srcOrd="5" destOrd="0" presId="urn:microsoft.com/office/officeart/2018/5/layout/CenteredIconLabelDescriptionList"/>
    <dgm:cxn modelId="{4C5914CD-872A-6A41-BE04-89ACA58E37CA}" type="presParOf" srcId="{856D8978-FF2C-4E69-B1F8-85E33094AA5D}" destId="{9394E805-A796-4110-A34A-E8F837BD15CF}" srcOrd="6" destOrd="0" presId="urn:microsoft.com/office/officeart/2018/5/layout/CenteredIconLabelDescriptionList"/>
    <dgm:cxn modelId="{85DCA293-E482-484C-A473-95D176F79BCB}" type="presParOf" srcId="{9394E805-A796-4110-A34A-E8F837BD15CF}" destId="{16707016-AA3B-471B-8303-880839E4C8B6}" srcOrd="0" destOrd="0" presId="urn:microsoft.com/office/officeart/2018/5/layout/CenteredIconLabelDescriptionList"/>
    <dgm:cxn modelId="{47B2C52E-AE7C-FA48-9D05-5E1F7073BC7F}" type="presParOf" srcId="{9394E805-A796-4110-A34A-E8F837BD15CF}" destId="{7A947476-D709-4713-9AAC-225A96F3BF8D}" srcOrd="1" destOrd="0" presId="urn:microsoft.com/office/officeart/2018/5/layout/CenteredIconLabelDescriptionList"/>
    <dgm:cxn modelId="{4E3E3719-F751-314D-84E3-C8B88CB0845A}" type="presParOf" srcId="{9394E805-A796-4110-A34A-E8F837BD15CF}" destId="{321017F8-861A-4114-9AC2-7DD29913FEA1}" srcOrd="2" destOrd="0" presId="urn:microsoft.com/office/officeart/2018/5/layout/CenteredIconLabelDescriptionList"/>
    <dgm:cxn modelId="{1278A463-8503-2A4D-9A46-8CB5C741AA56}" type="presParOf" srcId="{9394E805-A796-4110-A34A-E8F837BD15CF}" destId="{2EF2661C-4B58-438C-B021-7EC43FF41ECD}" srcOrd="3" destOrd="0" presId="urn:microsoft.com/office/officeart/2018/5/layout/CenteredIconLabelDescriptionList"/>
    <dgm:cxn modelId="{95FA879E-C2F2-5F4F-BB50-09AB59B78A46}" type="presParOf" srcId="{9394E805-A796-4110-A34A-E8F837BD15CF}" destId="{A5046D0C-30AE-47A6-8AA8-B23668B46C20}" srcOrd="4" destOrd="0" presId="urn:microsoft.com/office/officeart/2018/5/layout/CenteredIconLabelDescriptionList"/>
    <dgm:cxn modelId="{4005D68E-A1D6-3F49-80AE-11547BB4C4B1}" type="presParOf" srcId="{856D8978-FF2C-4E69-B1F8-85E33094AA5D}" destId="{6FBEE33A-0614-4B8F-9F03-BD9CCCCF7A38}" srcOrd="7" destOrd="0" presId="urn:microsoft.com/office/officeart/2018/5/layout/CenteredIconLabelDescriptionList"/>
    <dgm:cxn modelId="{6C748954-285D-5A49-8325-6C7918D75FEA}" type="presParOf" srcId="{856D8978-FF2C-4E69-B1F8-85E33094AA5D}" destId="{A81614BD-490D-490C-BDB1-1F1C4B46725C}" srcOrd="8" destOrd="0" presId="urn:microsoft.com/office/officeart/2018/5/layout/CenteredIconLabelDescriptionList"/>
    <dgm:cxn modelId="{BCCE278D-FE73-D04E-AE5F-42E5A904BC85}" type="presParOf" srcId="{A81614BD-490D-490C-BDB1-1F1C4B46725C}" destId="{AE3E3712-EBF0-4C28-9125-F774FED9B370}" srcOrd="0" destOrd="0" presId="urn:microsoft.com/office/officeart/2018/5/layout/CenteredIconLabelDescriptionList"/>
    <dgm:cxn modelId="{75CC0401-4037-604C-9C2B-CF4AE818A37D}" type="presParOf" srcId="{A81614BD-490D-490C-BDB1-1F1C4B46725C}" destId="{5825DB6B-D632-4A18-8D53-06BB35408905}" srcOrd="1" destOrd="0" presId="urn:microsoft.com/office/officeart/2018/5/layout/CenteredIconLabelDescriptionList"/>
    <dgm:cxn modelId="{51D9E224-F54F-414B-9D07-F29746AE30EE}" type="presParOf" srcId="{A81614BD-490D-490C-BDB1-1F1C4B46725C}" destId="{9C682095-6DA6-4152-AF47-0A59B66D4A2D}" srcOrd="2" destOrd="0" presId="urn:microsoft.com/office/officeart/2018/5/layout/CenteredIconLabelDescriptionList"/>
    <dgm:cxn modelId="{BEAB5723-4A03-6F4C-99FD-5CD1FC67D4CD}" type="presParOf" srcId="{A81614BD-490D-490C-BDB1-1F1C4B46725C}" destId="{C89091FF-FBD8-4F47-8667-6FBCB27734DB}" srcOrd="3" destOrd="0" presId="urn:microsoft.com/office/officeart/2018/5/layout/CenteredIconLabelDescriptionList"/>
    <dgm:cxn modelId="{2E57D90C-23BE-2D43-B6A9-4206FF9616A7}" type="presParOf" srcId="{A81614BD-490D-490C-BDB1-1F1C4B46725C}" destId="{CCE61467-D3D0-479B-A40F-69B152BDFE6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2DC5D-64BE-4F24-8D6F-DA3B180D460B}">
      <dsp:nvSpPr>
        <dsp:cNvPr id="0" name=""/>
        <dsp:cNvSpPr/>
      </dsp:nvSpPr>
      <dsp:spPr>
        <a:xfrm>
          <a:off x="474354" y="395311"/>
          <a:ext cx="502278" cy="502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03B28-B233-40A7-AE40-D9757D285502}">
      <dsp:nvSpPr>
        <dsp:cNvPr id="0" name=""/>
        <dsp:cNvSpPr/>
      </dsp:nvSpPr>
      <dsp:spPr>
        <a:xfrm>
          <a:off x="7953" y="1043883"/>
          <a:ext cx="1435081" cy="443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Built for Today's Digital Landscape</a:t>
          </a:r>
        </a:p>
      </dsp:txBody>
      <dsp:txXfrm>
        <a:off x="7953" y="1043883"/>
        <a:ext cx="1435081" cy="443978"/>
      </dsp:txXfrm>
    </dsp:sp>
    <dsp:sp modelId="{2309293C-D87C-426D-AEF2-D5B589062D6A}">
      <dsp:nvSpPr>
        <dsp:cNvPr id="0" name=""/>
        <dsp:cNvSpPr/>
      </dsp:nvSpPr>
      <dsp:spPr>
        <a:xfrm>
          <a:off x="7953" y="1555905"/>
          <a:ext cx="1435081" cy="22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6C4D86-D67E-4DC6-90D1-E4470A402FA2}">
      <dsp:nvSpPr>
        <dsp:cNvPr id="0" name=""/>
        <dsp:cNvSpPr/>
      </dsp:nvSpPr>
      <dsp:spPr>
        <a:xfrm>
          <a:off x="2160575" y="395311"/>
          <a:ext cx="502278" cy="502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BC85F-C925-4F19-A4A1-F254DE20CA60}">
      <dsp:nvSpPr>
        <dsp:cNvPr id="0" name=""/>
        <dsp:cNvSpPr/>
      </dsp:nvSpPr>
      <dsp:spPr>
        <a:xfrm>
          <a:off x="1694173" y="1043883"/>
          <a:ext cx="1435081" cy="443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Headful CMS Mode</a:t>
          </a:r>
        </a:p>
      </dsp:txBody>
      <dsp:txXfrm>
        <a:off x="1694173" y="1043883"/>
        <a:ext cx="1435081" cy="443978"/>
      </dsp:txXfrm>
    </dsp:sp>
    <dsp:sp modelId="{8DD0100D-3203-4B23-9AC8-1812D828EBF9}">
      <dsp:nvSpPr>
        <dsp:cNvPr id="0" name=""/>
        <dsp:cNvSpPr/>
      </dsp:nvSpPr>
      <dsp:spPr>
        <a:xfrm>
          <a:off x="1694173" y="1555905"/>
          <a:ext cx="1435081" cy="22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Traditional website management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Visual editing interface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Real-time preview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Perfect for marketing sites, blogs, corporate sites</a:t>
          </a:r>
        </a:p>
      </dsp:txBody>
      <dsp:txXfrm>
        <a:off x="1694173" y="1555905"/>
        <a:ext cx="1435081" cy="2241587"/>
      </dsp:txXfrm>
    </dsp:sp>
    <dsp:sp modelId="{36E48C55-4818-4989-83D0-FFF91A28D093}">
      <dsp:nvSpPr>
        <dsp:cNvPr id="0" name=""/>
        <dsp:cNvSpPr/>
      </dsp:nvSpPr>
      <dsp:spPr>
        <a:xfrm>
          <a:off x="3846796" y="395311"/>
          <a:ext cx="502278" cy="502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CCA54-5096-432A-BF4D-19E52DE3A129}">
      <dsp:nvSpPr>
        <dsp:cNvPr id="0" name=""/>
        <dsp:cNvSpPr/>
      </dsp:nvSpPr>
      <dsp:spPr>
        <a:xfrm>
          <a:off x="3380394" y="1043883"/>
          <a:ext cx="1435081" cy="443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Headless CMS Mode</a:t>
          </a:r>
        </a:p>
      </dsp:txBody>
      <dsp:txXfrm>
        <a:off x="3380394" y="1043883"/>
        <a:ext cx="1435081" cy="443978"/>
      </dsp:txXfrm>
    </dsp:sp>
    <dsp:sp modelId="{CEF19589-DCC7-4297-B1BB-A4E98E3F9E01}">
      <dsp:nvSpPr>
        <dsp:cNvPr id="0" name=""/>
        <dsp:cNvSpPr/>
      </dsp:nvSpPr>
      <dsp:spPr>
        <a:xfrm>
          <a:off x="3380394" y="1555905"/>
          <a:ext cx="1435081" cy="22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API-first architecture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Deliver content anywhere - web, mobile, IoT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Framework agnostic (React, Vue, Angular, etc.)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Microservices ready</a:t>
          </a:r>
        </a:p>
      </dsp:txBody>
      <dsp:txXfrm>
        <a:off x="3380394" y="1555905"/>
        <a:ext cx="1435081" cy="2241587"/>
      </dsp:txXfrm>
    </dsp:sp>
    <dsp:sp modelId="{16707016-AA3B-471B-8303-880839E4C8B6}">
      <dsp:nvSpPr>
        <dsp:cNvPr id="0" name=""/>
        <dsp:cNvSpPr/>
      </dsp:nvSpPr>
      <dsp:spPr>
        <a:xfrm>
          <a:off x="5533017" y="395311"/>
          <a:ext cx="502278" cy="5022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017F8-861A-4114-9AC2-7DD29913FEA1}">
      <dsp:nvSpPr>
        <dsp:cNvPr id="0" name=""/>
        <dsp:cNvSpPr/>
      </dsp:nvSpPr>
      <dsp:spPr>
        <a:xfrm>
          <a:off x="5066615" y="1043883"/>
          <a:ext cx="1435081" cy="443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Hybrid Approach</a:t>
          </a:r>
        </a:p>
      </dsp:txBody>
      <dsp:txXfrm>
        <a:off x="5066615" y="1043883"/>
        <a:ext cx="1435081" cy="443978"/>
      </dsp:txXfrm>
    </dsp:sp>
    <dsp:sp modelId="{A5046D0C-30AE-47A6-8AA8-B23668B46C20}">
      <dsp:nvSpPr>
        <dsp:cNvPr id="0" name=""/>
        <dsp:cNvSpPr/>
      </dsp:nvSpPr>
      <dsp:spPr>
        <a:xfrm>
          <a:off x="5066615" y="1555905"/>
          <a:ext cx="1435081" cy="22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Switch between modes seamlessly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both simultaneously for different sections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Future-proof your content strategy</a:t>
          </a:r>
        </a:p>
      </dsp:txBody>
      <dsp:txXfrm>
        <a:off x="5066615" y="1555905"/>
        <a:ext cx="1435081" cy="2241587"/>
      </dsp:txXfrm>
    </dsp:sp>
    <dsp:sp modelId="{AE3E3712-EBF0-4C28-9125-F774FED9B370}">
      <dsp:nvSpPr>
        <dsp:cNvPr id="0" name=""/>
        <dsp:cNvSpPr/>
      </dsp:nvSpPr>
      <dsp:spPr>
        <a:xfrm>
          <a:off x="7219237" y="395311"/>
          <a:ext cx="502278" cy="5022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82095-6DA6-4152-AF47-0A59B66D4A2D}">
      <dsp:nvSpPr>
        <dsp:cNvPr id="0" name=""/>
        <dsp:cNvSpPr/>
      </dsp:nvSpPr>
      <dsp:spPr>
        <a:xfrm>
          <a:off x="6752836" y="1043883"/>
          <a:ext cx="1435081" cy="443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Cloud-Native Benefits</a:t>
          </a:r>
        </a:p>
      </dsp:txBody>
      <dsp:txXfrm>
        <a:off x="6752836" y="1043883"/>
        <a:ext cx="1435081" cy="443978"/>
      </dsp:txXfrm>
    </dsp:sp>
    <dsp:sp modelId="{CCE61467-D3D0-479B-A40F-69B152BDFE62}">
      <dsp:nvSpPr>
        <dsp:cNvPr id="0" name=""/>
        <dsp:cNvSpPr/>
      </dsp:nvSpPr>
      <dsp:spPr>
        <a:xfrm>
          <a:off x="6752836" y="1555905"/>
          <a:ext cx="1435081" cy="22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Auto-scaling for traffic spikes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99.99% uptime SLA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Global CDN distribution</a:t>
          </a:r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Automatic backups and disaster recovery</a:t>
          </a:r>
        </a:p>
      </dsp:txBody>
      <dsp:txXfrm>
        <a:off x="6752836" y="1555905"/>
        <a:ext cx="1435081" cy="2241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229AB1-9C5E-1CBF-2759-973910D4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933" y="685680"/>
            <a:ext cx="3152492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 defTabSz="914400">
              <a:lnSpc>
                <a:spcPct val="90000"/>
              </a:lnSpc>
            </a:pPr>
            <a: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Webscrolls</a:t>
            </a:r>
            <a:b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Next Generation </a:t>
            </a:r>
            <a:b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AI-CMS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4933" y="4373955"/>
            <a:ext cx="3152492" cy="1143291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1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Replacing Legacy Systems with Intelligent Automation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09" y="1361348"/>
            <a:ext cx="3625427" cy="4258176"/>
            <a:chOff x="1674895" y="1345036"/>
            <a:chExt cx="5428610" cy="421093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120" y="1220741"/>
            <a:ext cx="3625426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120" y="1220741"/>
            <a:ext cx="3625426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963" y="4357092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963" y="4357092"/>
            <a:ext cx="239955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407206B8-7172-B223-AFB3-C63222D35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5016" y="1785012"/>
            <a:ext cx="3129634" cy="3129634"/>
          </a:xfrm>
          <a:prstGeom prst="rect">
            <a:avLst/>
          </a:prstGeom>
          <a:ln w="28575">
            <a:noFill/>
          </a:ln>
        </p:spPr>
      </p:pic>
      <p:sp>
        <p:nvSpPr>
          <p:cNvPr id="62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08978" y="858936"/>
            <a:ext cx="520052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4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08978" y="858936"/>
            <a:ext cx="520052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66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77999B8-3F9D-3EED-C45A-2BCBCEE65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833" y="6278953"/>
            <a:ext cx="34925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Slide 2: The Problem - The WordPress Era is 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13" y="1891970"/>
            <a:ext cx="8606982" cy="46714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Traditional CMS Platforms Are Holding Businesses Back</a:t>
            </a:r>
          </a:p>
          <a:p>
            <a:endParaRPr lang="en-US" sz="1700" dirty="0"/>
          </a:p>
          <a:p>
            <a:r>
              <a:rPr lang="en-US" sz="1700" b="1" dirty="0"/>
              <a:t>Security Nightmares</a:t>
            </a:r>
            <a:r>
              <a:rPr lang="en-US" sz="1700" dirty="0"/>
              <a:t>: 90% of hacked websites run WordPress (</a:t>
            </a:r>
            <a:r>
              <a:rPr lang="en-US" sz="1700" dirty="0" err="1"/>
              <a:t>Sucuri</a:t>
            </a:r>
            <a:r>
              <a:rPr lang="en-US" sz="1700" dirty="0"/>
              <a:t>, 2024)</a:t>
            </a:r>
          </a:p>
          <a:p>
            <a:r>
              <a:rPr lang="en-US" sz="1700" b="1" dirty="0"/>
              <a:t>Maintenance Burden</a:t>
            </a:r>
            <a:r>
              <a:rPr lang="en-US" sz="1700" dirty="0"/>
              <a:t>: Constant updates, plugin conflicts, vulnerability patches</a:t>
            </a:r>
          </a:p>
          <a:p>
            <a:r>
              <a:rPr lang="en-US" sz="1700" b="1" dirty="0"/>
              <a:t>Team Overhead</a:t>
            </a:r>
            <a:r>
              <a:rPr lang="en-US" sz="1700" dirty="0"/>
              <a:t>: Requires 10+ specialists to run effectively</a:t>
            </a:r>
          </a:p>
          <a:p>
            <a:pPr lvl="1"/>
            <a:r>
              <a:rPr lang="en-US" sz="1300" dirty="0"/>
              <a:t>Web Designer/Developer</a:t>
            </a:r>
          </a:p>
          <a:p>
            <a:pPr lvl="1"/>
            <a:r>
              <a:rPr lang="en-US" sz="1300" dirty="0"/>
              <a:t>Content Creator/Copywriter</a:t>
            </a:r>
          </a:p>
          <a:p>
            <a:pPr lvl="1"/>
            <a:r>
              <a:rPr lang="en-US" sz="1300" dirty="0"/>
              <a:t>SEO Specialist</a:t>
            </a:r>
          </a:p>
          <a:p>
            <a:pPr lvl="1"/>
            <a:r>
              <a:rPr lang="en-US" sz="1300" dirty="0"/>
              <a:t>Security Administrator</a:t>
            </a:r>
          </a:p>
          <a:p>
            <a:pPr lvl="1"/>
            <a:r>
              <a:rPr lang="en-US" sz="1300" dirty="0"/>
              <a:t>Hosting/Server Administrator</a:t>
            </a:r>
          </a:p>
          <a:p>
            <a:pPr lvl="1"/>
            <a:r>
              <a:rPr lang="en-US" sz="1300" dirty="0"/>
              <a:t>UX/UI Designer</a:t>
            </a:r>
          </a:p>
          <a:p>
            <a:pPr lvl="1"/>
            <a:r>
              <a:rPr lang="en-US" sz="1300" dirty="0"/>
              <a:t>Performance Optimizer</a:t>
            </a:r>
          </a:p>
          <a:p>
            <a:pPr lvl="1"/>
            <a:r>
              <a:rPr lang="en-US" sz="1300" dirty="0"/>
              <a:t>Backup Administrator</a:t>
            </a:r>
          </a:p>
          <a:p>
            <a:pPr lvl="1"/>
            <a:r>
              <a:rPr lang="en-US" sz="1300" dirty="0"/>
              <a:t>Plugin Manager</a:t>
            </a:r>
          </a:p>
          <a:p>
            <a:pPr lvl="1"/>
            <a:r>
              <a:rPr lang="en-US" sz="1300" dirty="0"/>
              <a:t>Support/Maintenance Engineer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Average Annual Cost: $150,000 - $300,000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70" y="34374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Slide 3: The </a:t>
            </a:r>
            <a:r>
              <a:rPr lang="en-US" sz="3000" dirty="0" err="1"/>
              <a:t>WebScrolls</a:t>
            </a:r>
            <a:r>
              <a:rPr lang="en-US" sz="3000" dirty="0"/>
              <a:t>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823" y="1681652"/>
            <a:ext cx="6111524" cy="4847485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/>
              <a:t>One Platform. One Person. Infinite Possibilities</a:t>
            </a:r>
            <a:endParaRPr lang="en-US" sz="2100" dirty="0"/>
          </a:p>
          <a:p>
            <a:r>
              <a:rPr lang="en-US" sz="2100" dirty="0" err="1"/>
              <a:t>WebScrolls</a:t>
            </a:r>
            <a:r>
              <a:rPr lang="en-US" sz="2100" dirty="0"/>
              <a:t> is a cloud-native, AI-first CMS that eliminates complexity and cost while delivering enterprise-grade security and performance.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US" sz="2100" b="1" dirty="0"/>
              <a:t>Revolutionary Approach</a:t>
            </a:r>
          </a:p>
          <a:p>
            <a:r>
              <a:rPr lang="en-US" sz="2100" dirty="0"/>
              <a:t>AI creates and manages themes automatically</a:t>
            </a:r>
          </a:p>
          <a:p>
            <a:r>
              <a:rPr lang="en-US" sz="2100" dirty="0"/>
              <a:t>AI generates and optimizes content</a:t>
            </a:r>
          </a:p>
          <a:p>
            <a:r>
              <a:rPr lang="en-US" sz="2100" dirty="0"/>
              <a:t>Built-in security - no plugins needed</a:t>
            </a:r>
          </a:p>
          <a:p>
            <a:r>
              <a:rPr lang="en-US" sz="2100" dirty="0"/>
              <a:t>Cloud-native architecture</a:t>
            </a:r>
          </a:p>
          <a:p>
            <a:r>
              <a:rPr lang="en-US" sz="2100" dirty="0"/>
              <a:t>Zero maintenance overhead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b="1" dirty="0"/>
              <a:t>Result: 1 person replaces a 10-person 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 descr="3D white lines connected with dots">
            <a:extLst>
              <a:ext uri="{FF2B5EF4-FFF2-40B4-BE49-F238E27FC236}">
                <a16:creationId xmlns:a16="http://schemas.microsoft.com/office/drawing/2014/main" id="{2CB83165-0393-873B-173B-091693345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30" r="22124" b="-1"/>
          <a:stretch>
            <a:fillRect/>
          </a:stretch>
        </p:blipFill>
        <p:spPr>
          <a:xfrm>
            <a:off x="6863702" y="2865141"/>
            <a:ext cx="665979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262" y="184484"/>
            <a:ext cx="3985902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Slide 4: AI-Powered Innovation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363213" y="1379621"/>
            <a:ext cx="4208788" cy="5293895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AI Theme Generation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Create professional, responsive themes in minutes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Automatic brand consistency across all pages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Adaptive designs that evolve with content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No design skills required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AI Content Creation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Generate SEO-optimized content automatically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Maintain brand voice and tone consistency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Multi-language support out of the box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Content suggestions and improvements in real-time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AI SEO Optimization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Automatic meta tag generation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Content structure optimization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Keyword analysis and recommendations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Performance monitoring and improvements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AI Security Monitoring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Predictive threat detection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Automatic security patches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Real-time vulnerability scanning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Zero-day protection</a:t>
            </a:r>
            <a:endParaRPr sz="16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69EF4D96-0BC0-697D-8415-452C2A3CB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5: Cost Savings Analysis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7C76E-E6C9-874F-8B1C-FC7820C93F02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Savings: $435,000 annually (97% reduction)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ROI: Break-even in first month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8F973B-7568-6549-DF8F-3ED844704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746933"/>
              </p:ext>
            </p:extLst>
          </p:nvPr>
        </p:nvGraphicFramePr>
        <p:xfrm>
          <a:off x="3707235" y="640080"/>
          <a:ext cx="4744765" cy="557784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26848">
                  <a:extLst>
                    <a:ext uri="{9D8B030D-6E8A-4147-A177-3AD203B41FA5}">
                      <a16:colId xmlns:a16="http://schemas.microsoft.com/office/drawing/2014/main" val="3780766327"/>
                    </a:ext>
                  </a:extLst>
                </a:gridCol>
                <a:gridCol w="1417706">
                  <a:extLst>
                    <a:ext uri="{9D8B030D-6E8A-4147-A177-3AD203B41FA5}">
                      <a16:colId xmlns:a16="http://schemas.microsoft.com/office/drawing/2014/main" val="4032250385"/>
                    </a:ext>
                  </a:extLst>
                </a:gridCol>
                <a:gridCol w="1700211">
                  <a:extLst>
                    <a:ext uri="{9D8B030D-6E8A-4147-A177-3AD203B41FA5}">
                      <a16:colId xmlns:a16="http://schemas.microsoft.com/office/drawing/2014/main" val="2292980"/>
                    </a:ext>
                  </a:extLst>
                </a:gridCol>
              </a:tblGrid>
              <a:tr h="656472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Role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Annual Cost (Traditional)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WebScrolls</a:t>
                      </a:r>
                      <a:endParaRPr lang="en-US" sz="1500" dirty="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2737702487"/>
                  </a:ext>
                </a:extLst>
              </a:tr>
              <a:tr h="42170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Web Developer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$80,000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AI Automated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744561784"/>
                  </a:ext>
                </a:extLst>
              </a:tr>
              <a:tr h="42170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Designer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$70,000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AI Automated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2259619467"/>
                  </a:ext>
                </a:extLst>
              </a:tr>
              <a:tr h="42170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Content Creator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$55,000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AI Automated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2987051889"/>
                  </a:ext>
                </a:extLst>
              </a:tr>
              <a:tr h="42170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SEO Specialist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$65,000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AI Automated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437088477"/>
                  </a:ext>
                </a:extLst>
              </a:tr>
              <a:tr h="42170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Security Admin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$75,000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Built-in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1358085627"/>
                  </a:ext>
                </a:extLst>
              </a:tr>
              <a:tr h="421708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Server Admin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$70,000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Cloud-Native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4123270988"/>
                  </a:ext>
                </a:extLst>
              </a:tr>
              <a:tr h="656472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Plugin Management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$15,000/yr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Not Required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2741447050"/>
                  </a:ext>
                </a:extLst>
              </a:tr>
              <a:tr h="656472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Security Licenses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$5,000/yr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Included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418512990"/>
                  </a:ext>
                </a:extLst>
              </a:tr>
              <a:tr h="656472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Hosting (Enterprise)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$12,000/yr</a:t>
                      </a: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Optimized Cloud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1173393092"/>
                  </a:ext>
                </a:extLst>
              </a:tr>
              <a:tr h="421708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TOTAL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$447,000/yr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$12,000/yr</a:t>
                      </a:r>
                      <a:endParaRPr lang="en-US" sz="1500">
                        <a:effectLst/>
                      </a:endParaRPr>
                    </a:p>
                  </a:txBody>
                  <a:tcPr marL="101794" marR="101794" marT="67861" marB="67861" anchor="ctr"/>
                </a:tc>
                <a:extLst>
                  <a:ext uri="{0D108BD9-81ED-4DB2-BD59-A6C34878D82A}">
                    <a16:rowId xmlns:a16="http://schemas.microsoft.com/office/drawing/2014/main" val="42681362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-2"/>
            <a:ext cx="260117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Slide 6: Secure by Design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739439" y="183520"/>
            <a:ext cx="6212056" cy="648999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Enterprise Security - No Compromises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Unlike WordPress's plugin-dependent security model, </a:t>
            </a:r>
            <a:r>
              <a:rPr lang="en-US" sz="1600" b="1" dirty="0" err="1">
                <a:solidFill>
                  <a:schemeClr val="tx2"/>
                </a:solidFill>
              </a:rPr>
              <a:t>WebScrolls</a:t>
            </a:r>
            <a:r>
              <a:rPr lang="en-US" sz="1600" b="1" dirty="0">
                <a:solidFill>
                  <a:schemeClr val="tx2"/>
                </a:solidFill>
              </a:rPr>
              <a:t> is secure from the ground up: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No Plugin Vulnerabilities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All functionality built-in and tested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No third-party code execution risks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Regular security audits included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Cloud-Native Protection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Distributed DDoS protection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Automated SSL/TLS management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Encrypted data at rest and in transit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SOC 2 Type II compliant infrastructure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AI-Powered Threat Detection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Real-time anomaly detection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Automated threat response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Predictive security intelligence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Zero-day vulnerability protection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Compliance Ready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GDPR compliant out of the box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HIPAA-ready configurations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ISO 27001 aligned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Regular third-party security assessments</a:t>
            </a:r>
            <a:endParaRPr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Slide 7: Modern Architecture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6AFE275-2E4F-5DEA-E805-BF75CDB06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139653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Slide 8: Speed &amp; Performance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238724" y="286173"/>
            <a:ext cx="5902989" cy="6419427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Lightning Fast, Always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Traditional WordPress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Average load time: 3.2 seconds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Requires caching plugins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Database queries slow down sites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Manual optimization needed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WebScrolls</a:t>
            </a:r>
            <a:endParaRPr lang="en-US" sz="1600" dirty="0"/>
          </a:p>
          <a:p>
            <a:pPr lvl="1">
              <a:lnSpc>
                <a:spcPct val="90000"/>
              </a:lnSpc>
            </a:pPr>
            <a:r>
              <a:rPr lang="en-US" sz="1600" dirty="0"/>
              <a:t>Average load time: 0.4 seconds (8x faster)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Built-in intelligent caching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Optimized data delivery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AI-powered performance optimization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Performance Features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Automatic image optimization and </a:t>
            </a:r>
            <a:r>
              <a:rPr lang="en-US" sz="1600" dirty="0" err="1"/>
              <a:t>WebP</a:t>
            </a:r>
            <a:r>
              <a:rPr lang="en-US" sz="1600" dirty="0"/>
              <a:t> conversion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Lazy loading intelligence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Code minification and compression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Smart resource loading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Edge computing integration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Business Impact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100ms improvement = 1% increase in conversions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7-second reduction = 7% more conversions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Better SEO rankings (Core Web Vitals)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Reduced bounce rates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Slide 9: </a:t>
            </a: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WebScrolls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vs WordPress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E2910A-7037-9066-CE80-473C6E976F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097496"/>
              </p:ext>
            </p:extLst>
          </p:nvPr>
        </p:nvGraphicFramePr>
        <p:xfrm>
          <a:off x="3205294" y="309190"/>
          <a:ext cx="5595804" cy="6369183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939312">
                  <a:extLst>
                    <a:ext uri="{9D8B030D-6E8A-4147-A177-3AD203B41FA5}">
                      <a16:colId xmlns:a16="http://schemas.microsoft.com/office/drawing/2014/main" val="3510936571"/>
                    </a:ext>
                  </a:extLst>
                </a:gridCol>
                <a:gridCol w="1997769">
                  <a:extLst>
                    <a:ext uri="{9D8B030D-6E8A-4147-A177-3AD203B41FA5}">
                      <a16:colId xmlns:a16="http://schemas.microsoft.com/office/drawing/2014/main" val="1625120176"/>
                    </a:ext>
                  </a:extLst>
                </a:gridCol>
                <a:gridCol w="1658723">
                  <a:extLst>
                    <a:ext uri="{9D8B030D-6E8A-4147-A177-3AD203B41FA5}">
                      <a16:colId xmlns:a16="http://schemas.microsoft.com/office/drawing/2014/main" val="1098666559"/>
                    </a:ext>
                  </a:extLst>
                </a:gridCol>
              </a:tblGrid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Feature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WordPress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</a:rPr>
                        <a:t>WebScrolls</a:t>
                      </a:r>
                      <a:endParaRPr lang="en-US" sz="1400" b="1" dirty="0">
                        <a:effectLst/>
                      </a:endParaRP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2670158273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Security Updates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Manual, frequent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Automatic, seamless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1937484642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Plugin Management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50+ plugins needed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Zero plugins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3758876654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Team Required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10+ specialists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 administrator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3483159161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Annual Cost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$150K - $450K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$12K - $36K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545338027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Setup Time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2-4 weeks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2-4 hours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2734268068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Maintenance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Weekly tasks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Fully automated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767078959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Security Vulnerabilities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High (90% of hacks)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Enterprise-grade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3627698611"/>
                  </a:ext>
                </a:extLst>
              </a:tr>
              <a:tr h="619247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AI Integration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Plugins (expensive, buggy)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Native &amp; seamless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1049684744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Performance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Slow (needs optimization)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Lightning fast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310388599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Scalability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Complex, expensive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Automatic, included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1288371241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Content Creation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Manual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AI-assisted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3153196612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SEO Optimization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Manual + plugins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AI-automated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3996901813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Multi-language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Complex plugins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Built-in AI translation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1521207934"/>
                  </a:ext>
                </a:extLst>
              </a:tr>
              <a:tr h="392029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</a:rPr>
                        <a:t>Headless CMS</a:t>
                      </a:r>
                      <a:endParaRPr lang="en-US" sz="1400">
                        <a:effectLst/>
                      </a:endParaRP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Complex setup</a:t>
                      </a:r>
                    </a:p>
                  </a:txBody>
                  <a:tcPr marL="72055" marR="72055" marT="48037" marB="4803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Native support</a:t>
                      </a:r>
                    </a:p>
                  </a:txBody>
                  <a:tcPr marL="72055" marR="72055" marT="48037" marB="48037" anchor="ctr"/>
                </a:tc>
                <a:extLst>
                  <a:ext uri="{0D108BD9-81ED-4DB2-BD59-A6C34878D82A}">
                    <a16:rowId xmlns:a16="http://schemas.microsoft.com/office/drawing/2014/main" val="31980700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Freeform: Shape 4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Slide 10: Use Cases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3420425" y="150168"/>
            <a:ext cx="5032241" cy="653738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Enterprise Organizations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Manage multiple brands/sites from one platform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Enterprise security and compliance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Scale without adding headcount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Global deployment capabilities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Growing Businesses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Launch professional sites in hours, not weeks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Affordable enterprise features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No technical expertise required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Focus on business, not website maintenance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Digital Agencies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Deliver more client projects faster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Reduce project costs and increase margins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Offer AI-powered content services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White-label capabilities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E-Commerce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Fast, secure online stores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AI-powered product descriptions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Automated SEO for product pages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Headless commerce integration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Content Publishers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AI-assisted content creation at scale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Multi-language publishing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Advanced analytics and insights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Monetization features built-in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05" y="29754"/>
            <a:ext cx="5605629" cy="994172"/>
          </a:xfrm>
        </p:spPr>
        <p:txBody>
          <a:bodyPr>
            <a:normAutofit/>
          </a:bodyPr>
          <a:lstStyle/>
          <a:p>
            <a:r>
              <a:rPr lang="en-US" sz="3600" dirty="0"/>
              <a:t>Slide 11: AI Features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904" y="971027"/>
            <a:ext cx="6636328" cy="5558110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Content Intelligence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Generate blog posts, product descriptions, landing pages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Tone and style adaptation to match brand voice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SEO keyword integration automatically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Content improvement suggestions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Plagiarism detection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Readability optimization</a:t>
            </a:r>
          </a:p>
          <a:p>
            <a:pPr>
              <a:lnSpc>
                <a:spcPct val="90000"/>
              </a:lnSpc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Design Intelligence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Theme generation from simple prompts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Color scheme suggestions based on brand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Layout optimization for conversion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Responsive design automation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Accessibility compliance (WCAG 2.1 AA)</a:t>
            </a:r>
          </a:p>
          <a:p>
            <a:pPr>
              <a:lnSpc>
                <a:spcPct val="90000"/>
              </a:lnSpc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Marketing Intelligence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A/B testing automation and analysis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Conversion rate optimization recommendations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Email campaign integration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Social media scheduling and optimization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Analytics insights and reporting</a:t>
            </a:r>
          </a:p>
          <a:p>
            <a:pPr>
              <a:lnSpc>
                <a:spcPct val="90000"/>
              </a:lnSpc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Technical Intelligence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Performance monitoring and optimization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Security threat detection and response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Resource usage optimization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Automatic scaling decisions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Predictive maintenance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8D43C71B-CFEC-8BBF-012A-502091853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Slide 15: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Built on Modern, Battle-Tested Technologies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Cloud Infrastructure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Multi-cloud architecture (AWS, Google Cloud, Azure)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Kubernetes orchestration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Auto-scaling and load balancing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Global CDN with edge computing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AI/ML Stack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Custom fine-tuned language models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Computer vision for image optimization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Real-time natural language processing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Predictive analytics engine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Security Stack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Web Application Firewall (WAF)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DDoS protection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Intrusion detection/prevention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End-to-end encryption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Regular penetration testing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Database &amp; Storage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Distributed NoSQL for performance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Automated backups every 4 hours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Point-in-time recovery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- Data redundancy across regions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16: Roadmap &amp; Future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Q2–Q4 2025 and Vision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4-step launch, 30-day trial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Slide 18: Why </a:t>
            </a:r>
            <a:r>
              <a:rPr dirty="0" err="1"/>
              <a:t>WebScrolls</a:t>
            </a:r>
            <a:r>
              <a:rPr dirty="0"/>
              <a:t> Will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shift, performance, AI-first future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 trial, demo, enterprise consultation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Final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Future of CMS — </a:t>
            </a:r>
            <a:r>
              <a:rPr dirty="0" err="1"/>
              <a:t>WebScrolls</a:t>
            </a:r>
            <a:r>
              <a:rPr dirty="0"/>
              <a:t> Revolution</a:t>
            </a:r>
          </a:p>
          <a:p>
            <a:pPr lvl="1"/>
            <a:endParaRPr dirty="0"/>
          </a:p>
          <a:p>
            <a:pPr lvl="1"/>
            <a:r>
              <a:rPr dirty="0"/>
              <a:t>## Appendix: Technical Specifications</a:t>
            </a:r>
          </a:p>
          <a:p>
            <a:pPr lvl="1"/>
            <a:r>
              <a:rPr dirty="0"/>
              <a:t>System requirements, metrics, certifications,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1147</Words>
  <Application>Microsoft Macintosh PowerPoint</Application>
  <PresentationFormat>On-screen Show (4:3)</PresentationFormat>
  <Paragraphs>313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Webscrolls The Next Generation  AI-CMS</vt:lpstr>
      <vt:lpstr>Slide 2: The Problem - The WordPress Era is Over</vt:lpstr>
      <vt:lpstr>Slide 3: The WebScrolls Solution</vt:lpstr>
      <vt:lpstr>Slide 4: AI-Powered Innovation</vt:lpstr>
      <vt:lpstr>Slide 5: Cost Savings Analysis</vt:lpstr>
      <vt:lpstr>Slide 6: Secure by Design</vt:lpstr>
      <vt:lpstr>Slide 7: Modern Architecture</vt:lpstr>
      <vt:lpstr>Slide 8: Speed &amp; Performance</vt:lpstr>
      <vt:lpstr>Slide 9: WebScrolls vs WordPress</vt:lpstr>
      <vt:lpstr>Slide 10: Use Cases</vt:lpstr>
      <vt:lpstr>Slide 11: AI Features in Detail</vt:lpstr>
      <vt:lpstr>Slide 15: Technology Stack</vt:lpstr>
      <vt:lpstr>Slide 16: Roadmap &amp; Future Innovation</vt:lpstr>
      <vt:lpstr>Slide 17: Getting Started</vt:lpstr>
      <vt:lpstr>Slide 18: Why WebScrolls Will Win</vt:lpstr>
      <vt:lpstr>Slide 19: Call to Action</vt:lpstr>
      <vt:lpstr>Slide 20: Final Thoughts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Kapoor</cp:lastModifiedBy>
  <cp:revision>6</cp:revision>
  <dcterms:created xsi:type="dcterms:W3CDTF">2013-01-27T09:14:16Z</dcterms:created>
  <dcterms:modified xsi:type="dcterms:W3CDTF">2026-02-07T18:12:25Z</dcterms:modified>
  <cp:category/>
</cp:coreProperties>
</file>